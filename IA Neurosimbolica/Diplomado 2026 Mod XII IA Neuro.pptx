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3" r:id="rId2"/>
  </p:sldMasterIdLst>
  <p:notesMasterIdLst>
    <p:notesMasterId r:id="rId10"/>
  </p:notesMasterIdLst>
  <p:handoutMasterIdLst>
    <p:handoutMasterId r:id="rId11"/>
  </p:handoutMasterIdLst>
  <p:sldIdLst>
    <p:sldId id="18634" r:id="rId3"/>
    <p:sldId id="256" r:id="rId4"/>
    <p:sldId id="18638" r:id="rId5"/>
    <p:sldId id="319" r:id="rId6"/>
    <p:sldId id="323" r:id="rId7"/>
    <p:sldId id="322" r:id="rId8"/>
    <p:sldId id="18635" r:id="rId9"/>
  </p:sldIdLst>
  <p:sldSz cx="12192000" cy="6858000"/>
  <p:notesSz cx="7315200" cy="96012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8">
          <p15:clr>
            <a:srgbClr val="A4A3A4"/>
          </p15:clr>
        </p15:guide>
        <p15:guide id="3" pos="619" userDrawn="1">
          <p15:clr>
            <a:srgbClr val="A4A3A4"/>
          </p15:clr>
        </p15:guide>
        <p15:guide id="4" pos="7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D2EC"/>
    <a:srgbClr val="FFEC00"/>
    <a:srgbClr val="F5F1E8"/>
    <a:srgbClr val="FFFF66"/>
    <a:srgbClr val="D7E7F5"/>
    <a:srgbClr val="FFF7E1"/>
    <a:srgbClr val="50FF64"/>
    <a:srgbClr val="7030A0"/>
    <a:srgbClr val="50FF32"/>
    <a:srgbClr val="36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8022" autoAdjust="0"/>
    <p:restoredTop sz="70673" autoAdjust="0"/>
  </p:normalViewPr>
  <p:slideViewPr>
    <p:cSldViewPr snapToGrid="0" snapToObjects="1">
      <p:cViewPr varScale="1">
        <p:scale>
          <a:sx n="96" d="100"/>
          <a:sy n="96" d="100"/>
        </p:scale>
        <p:origin x="234" y="60"/>
      </p:cViewPr>
      <p:guideLst>
        <p:guide orient="horz" pos="2160"/>
        <p:guide pos="3858"/>
        <p:guide pos="619"/>
        <p:guide pos="7287"/>
      </p:guideLst>
    </p:cSldViewPr>
  </p:slid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46" d="100"/>
          <a:sy n="46" d="100"/>
        </p:scale>
        <p:origin x="2619" y="71"/>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78955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1" y="1"/>
            <a:ext cx="3169920" cy="481727"/>
          </a:xfrm>
          <a:prstGeom prst="rect">
            <a:avLst/>
          </a:prstGeom>
        </p:spPr>
        <p:txBody>
          <a:bodyPr vert="horz" lIns="96652" tIns="48327" rIns="96652" bIns="48327" rtlCol="0"/>
          <a:lstStyle>
            <a:lvl1pPr algn="l">
              <a:defRPr sz="1300"/>
            </a:lvl1pPr>
          </a:lstStyle>
          <a:p>
            <a:endParaRPr lang="es-MX"/>
          </a:p>
        </p:txBody>
      </p:sp>
      <p:sp>
        <p:nvSpPr>
          <p:cNvPr id="3" name="Marcador de fecha 2"/>
          <p:cNvSpPr>
            <a:spLocks noGrp="1"/>
          </p:cNvSpPr>
          <p:nvPr>
            <p:ph type="dt" idx="1"/>
          </p:nvPr>
        </p:nvSpPr>
        <p:spPr>
          <a:xfrm>
            <a:off x="4143587" y="1"/>
            <a:ext cx="3169920" cy="481727"/>
          </a:xfrm>
          <a:prstGeom prst="rect">
            <a:avLst/>
          </a:prstGeom>
        </p:spPr>
        <p:txBody>
          <a:bodyPr vert="horz" lIns="96652" tIns="48327" rIns="96652" bIns="48327" rtlCol="0"/>
          <a:lstStyle>
            <a:lvl1pPr algn="r">
              <a:defRPr sz="1300"/>
            </a:lvl1pPr>
          </a:lstStyle>
          <a:p>
            <a:fld id="{EDE75EBD-B9AC-724B-AD2A-A4A15581C23C}" type="datetimeFigureOut">
              <a:rPr lang="es-MX" smtClean="0"/>
              <a:t>21/05/2026</a:t>
            </a:fld>
            <a:endParaRPr lang="es-MX"/>
          </a:p>
        </p:txBody>
      </p:sp>
      <p:sp>
        <p:nvSpPr>
          <p:cNvPr id="4" name="Marcador de imagen de diapositiva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2" tIns="48327" rIns="96652" bIns="48327" rtlCol="0" anchor="ctr"/>
          <a:lstStyle/>
          <a:p>
            <a:endParaRPr lang="es-MX"/>
          </a:p>
        </p:txBody>
      </p:sp>
      <p:sp>
        <p:nvSpPr>
          <p:cNvPr id="5" name="Marcador de notas 4"/>
          <p:cNvSpPr>
            <a:spLocks noGrp="1"/>
          </p:cNvSpPr>
          <p:nvPr>
            <p:ph type="body" sz="quarter" idx="3"/>
          </p:nvPr>
        </p:nvSpPr>
        <p:spPr>
          <a:xfrm>
            <a:off x="731521" y="4620578"/>
            <a:ext cx="5852160" cy="3780474"/>
          </a:xfrm>
          <a:prstGeom prst="rect">
            <a:avLst/>
          </a:prstGeom>
        </p:spPr>
        <p:txBody>
          <a:bodyPr vert="horz" lIns="96652" tIns="48327" rIns="96652" bIns="48327"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1" y="9119475"/>
            <a:ext cx="3169920" cy="481726"/>
          </a:xfrm>
          <a:prstGeom prst="rect">
            <a:avLst/>
          </a:prstGeom>
        </p:spPr>
        <p:txBody>
          <a:bodyPr vert="horz" lIns="96652" tIns="48327" rIns="96652" bIns="48327" rtlCol="0" anchor="b"/>
          <a:lstStyle>
            <a:lvl1pPr algn="l">
              <a:defRPr sz="1300"/>
            </a:lvl1pPr>
          </a:lstStyle>
          <a:p>
            <a:endParaRPr lang="es-MX"/>
          </a:p>
        </p:txBody>
      </p:sp>
      <p:sp>
        <p:nvSpPr>
          <p:cNvPr id="7" name="Marcador de número de diapositiva 6"/>
          <p:cNvSpPr>
            <a:spLocks noGrp="1"/>
          </p:cNvSpPr>
          <p:nvPr>
            <p:ph type="sldNum" sz="quarter" idx="5"/>
          </p:nvPr>
        </p:nvSpPr>
        <p:spPr>
          <a:xfrm>
            <a:off x="4143587" y="9119475"/>
            <a:ext cx="3169920" cy="481726"/>
          </a:xfrm>
          <a:prstGeom prst="rect">
            <a:avLst/>
          </a:prstGeom>
        </p:spPr>
        <p:txBody>
          <a:bodyPr vert="horz" lIns="96652" tIns="48327" rIns="96652" bIns="48327" rtlCol="0" anchor="b"/>
          <a:lstStyle>
            <a:lvl1pPr algn="r">
              <a:defRPr sz="1300"/>
            </a:lvl1pPr>
          </a:lstStyle>
          <a:p>
            <a:fld id="{98894399-53F9-9442-B0D8-8FD026373867}" type="slidenum">
              <a:rPr lang="es-MX" smtClean="0"/>
              <a:t>‹Nº›</a:t>
            </a:fld>
            <a:endParaRPr lang="es-MX"/>
          </a:p>
        </p:txBody>
      </p:sp>
    </p:spTree>
    <p:extLst>
      <p:ext uri="{BB962C8B-B14F-4D97-AF65-F5344CB8AC3E}">
        <p14:creationId xmlns:p14="http://schemas.microsoft.com/office/powerpoint/2010/main" val="166295306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it-IT" sz="14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447308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13D29-91D0-A132-ED9A-B1172B6AC8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808D13-6234-CDA9-4B90-A6B7B405E1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C53E3A-5468-FA6A-A429-77B98E10950C}"/>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251730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5" name="Google Shape;845;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962F1-4B08-EC4C-A6BE-F097EC6E7714}"/>
              </a:ext>
            </a:extLst>
          </p:cNvPr>
          <p:cNvSpPr>
            <a:spLocks noGrp="1"/>
          </p:cNvSpPr>
          <p:nvPr>
            <p:ph type="title"/>
          </p:nvPr>
        </p:nvSpPr>
        <p:spPr/>
        <p:txBody>
          <a:bodyPr/>
          <a:lstStyle/>
          <a:p>
            <a:r>
              <a:rPr lang="es-MX" dirty="0"/>
              <a:t>Haz clic para modificar el estilo de título del patrón</a:t>
            </a:r>
          </a:p>
        </p:txBody>
      </p:sp>
      <p:sp>
        <p:nvSpPr>
          <p:cNvPr id="3" name="Marcador de contenido 2">
            <a:extLst>
              <a:ext uri="{FF2B5EF4-FFF2-40B4-BE49-F238E27FC236}">
                <a16:creationId xmlns:a16="http://schemas.microsoft.com/office/drawing/2014/main" id="{5103C524-75CA-8249-819F-B0A7092BBDD4}"/>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número de diapositiva 5">
            <a:extLst>
              <a:ext uri="{FF2B5EF4-FFF2-40B4-BE49-F238E27FC236}">
                <a16:creationId xmlns:a16="http://schemas.microsoft.com/office/drawing/2014/main" id="{7F418C14-FFCF-C44B-9F30-4700E04A6185}"/>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261163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8" name="Imagen 12">
            <a:extLst>
              <a:ext uri="{FF2B5EF4-FFF2-40B4-BE49-F238E27FC236}">
                <a16:creationId xmlns:a16="http://schemas.microsoft.com/office/drawing/2014/main" id="{E1019451-1A6D-D846-8CFD-482E64F66F0F}"/>
              </a:ext>
            </a:extLst>
          </p:cNvPr>
          <p:cNvPicPr>
            <a:picLocks noChangeAspect="1"/>
          </p:cNvPicPr>
          <p:nvPr userDrawn="1"/>
        </p:nvPicPr>
        <p:blipFill>
          <a:blip r:embed="rId2"/>
          <a:stretch>
            <a:fillRect/>
          </a:stretch>
        </p:blipFill>
        <p:spPr>
          <a:xfrm>
            <a:off x="0" y="6134106"/>
            <a:ext cx="6095999" cy="746830"/>
          </a:xfrm>
          <a:prstGeom prst="rect">
            <a:avLst/>
          </a:prstGeom>
        </p:spPr>
      </p:pic>
      <p:pic>
        <p:nvPicPr>
          <p:cNvPr id="9" name="Picture 8" descr="Sin título-2.png"/>
          <p:cNvPicPr>
            <a:picLocks noChangeAspect="1"/>
          </p:cNvPicPr>
          <p:nvPr userDrawn="1"/>
        </p:nvPicPr>
        <p:blipFill rotWithShape="1">
          <a:blip r:embed="rId3">
            <a:extLst>
              <a:ext uri="{28A0092B-C50C-407E-A947-70E740481C1C}">
                <a14:useLocalDpi xmlns:a14="http://schemas.microsoft.com/office/drawing/2010/main" val="0"/>
              </a:ext>
            </a:extLst>
          </a:blip>
          <a:srcRect t="9267" b="24410"/>
          <a:stretch/>
        </p:blipFill>
        <p:spPr>
          <a:xfrm>
            <a:off x="6223001" y="764498"/>
            <a:ext cx="5495924" cy="5471410"/>
          </a:xfrm>
          <a:prstGeom prst="rect">
            <a:avLst/>
          </a:prstGeom>
        </p:spPr>
      </p:pic>
      <p:sp>
        <p:nvSpPr>
          <p:cNvPr id="3" name="Marcador de texto 2"/>
          <p:cNvSpPr>
            <a:spLocks noGrp="1"/>
          </p:cNvSpPr>
          <p:nvPr>
            <p:ph type="body" sz="quarter" idx="13"/>
          </p:nvPr>
        </p:nvSpPr>
        <p:spPr>
          <a:xfrm>
            <a:off x="838200" y="1687958"/>
            <a:ext cx="5257801" cy="2743200"/>
          </a:xfrm>
        </p:spPr>
        <p:txBody>
          <a:bodyPr>
            <a:noAutofit/>
          </a:bodyPr>
          <a:lstStyle>
            <a:lvl1pPr marL="0" indent="0" algn="ctr">
              <a:buFontTx/>
              <a:buNone/>
              <a:defRPr sz="3600">
                <a:latin typeface="Verdana" panose="020B0604030504040204" pitchFamily="34" charset="0"/>
                <a:ea typeface="Verdana" panose="020B0604030504040204" pitchFamily="34" charset="0"/>
              </a:defRPr>
            </a:lvl1pPr>
            <a:lvl2pPr marL="457200" indent="0" algn="ctr">
              <a:buFontTx/>
              <a:buNone/>
              <a:defRPr sz="3200">
                <a:latin typeface="Verdana" panose="020B0604030504040204" pitchFamily="34" charset="0"/>
                <a:ea typeface="Verdana" panose="020B0604030504040204" pitchFamily="34" charset="0"/>
              </a:defRPr>
            </a:lvl2pPr>
            <a:lvl3pPr marL="914400" indent="0" algn="ctr">
              <a:buFontTx/>
              <a:buNone/>
              <a:defRPr sz="2800">
                <a:latin typeface="Verdana" panose="020B0604030504040204" pitchFamily="34" charset="0"/>
                <a:ea typeface="Verdana" panose="020B0604030504040204" pitchFamily="34" charset="0"/>
              </a:defRPr>
            </a:lvl3pPr>
            <a:lvl4pPr marL="1371600" indent="0" algn="ctr">
              <a:buFontTx/>
              <a:buNone/>
              <a:defRPr sz="2400">
                <a:latin typeface="Verdana" panose="020B0604030504040204" pitchFamily="34" charset="0"/>
                <a:ea typeface="Verdana" panose="020B0604030504040204" pitchFamily="34" charset="0"/>
              </a:defRPr>
            </a:lvl4pPr>
            <a:lvl5pPr marL="1828800" indent="0" algn="ctr">
              <a:buFontTx/>
              <a:buNone/>
              <a:defRPr sz="2400">
                <a:latin typeface="Verdana" panose="020B0604030504040204" pitchFamily="34" charset="0"/>
                <a:ea typeface="Verdana" panose="020B0604030504040204" pitchFamily="34" charset="0"/>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Rectángulo 1"/>
          <p:cNvSpPr/>
          <p:nvPr userDrawn="1"/>
        </p:nvSpPr>
        <p:spPr>
          <a:xfrm>
            <a:off x="0" y="0"/>
            <a:ext cx="12192000" cy="6865945"/>
          </a:xfrm>
          <a:prstGeom prst="rect">
            <a:avLst/>
          </a:prstGeom>
          <a:solidFill>
            <a:srgbClr val="36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77404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EB3B922-7AB7-5745-BA65-F7802B887ADB}"/>
              </a:ext>
            </a:extLst>
          </p:cNvPr>
          <p:cNvSpPr txBox="1">
            <a:spLocks/>
          </p:cNvSpPr>
          <p:nvPr userDrawn="1"/>
        </p:nvSpPr>
        <p:spPr>
          <a:xfrm>
            <a:off x="838200" y="248842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dirty="0">
                <a:solidFill>
                  <a:srgbClr val="363636"/>
                </a:solidFill>
                <a:latin typeface="Verdana"/>
                <a:cs typeface="Verdana"/>
              </a:rPr>
              <a:t>Capítulo</a:t>
            </a:r>
            <a:r>
              <a:rPr lang="es-MX" b="1" baseline="0" dirty="0">
                <a:solidFill>
                  <a:srgbClr val="363636"/>
                </a:solidFill>
                <a:latin typeface="Verdana"/>
                <a:cs typeface="Verdana"/>
              </a:rPr>
              <a:t> </a:t>
            </a:r>
            <a:r>
              <a:rPr lang="es-MX" b="0" baseline="0" dirty="0">
                <a:solidFill>
                  <a:srgbClr val="363636"/>
                </a:solidFill>
                <a:latin typeface="Verdana"/>
                <a:cs typeface="Verdana"/>
              </a:rPr>
              <a:t>No. 1</a:t>
            </a:r>
            <a:endParaRPr lang="es-MX" b="1" dirty="0">
              <a:solidFill>
                <a:srgbClr val="363636"/>
              </a:solidFill>
              <a:latin typeface="Verdana"/>
              <a:cs typeface="Verdana"/>
            </a:endParaRPr>
          </a:p>
        </p:txBody>
      </p:sp>
    </p:spTree>
    <p:extLst>
      <p:ext uri="{BB962C8B-B14F-4D97-AF65-F5344CB8AC3E}">
        <p14:creationId xmlns:p14="http://schemas.microsoft.com/office/powerpoint/2010/main" val="16441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5EB3B922-7AB7-5745-BA65-F7802B887ADB}"/>
              </a:ext>
            </a:extLst>
          </p:cNvPr>
          <p:cNvSpPr txBox="1">
            <a:spLocks/>
          </p:cNvSpPr>
          <p:nvPr userDrawn="1"/>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dirty="0">
                <a:solidFill>
                  <a:srgbClr val="363636"/>
                </a:solidFill>
                <a:latin typeface="Verdana"/>
                <a:cs typeface="Verdana"/>
              </a:rPr>
              <a:t>Titulares</a:t>
            </a:r>
          </a:p>
        </p:txBody>
      </p:sp>
      <p:sp>
        <p:nvSpPr>
          <p:cNvPr id="2" name="TextBox 1"/>
          <p:cNvSpPr txBox="1"/>
          <p:nvPr userDrawn="1"/>
        </p:nvSpPr>
        <p:spPr>
          <a:xfrm>
            <a:off x="990600" y="1858963"/>
            <a:ext cx="5105400" cy="369332"/>
          </a:xfrm>
          <a:prstGeom prst="rect">
            <a:avLst/>
          </a:prstGeom>
          <a:noFill/>
        </p:spPr>
        <p:txBody>
          <a:bodyPr wrap="square" rtlCol="0">
            <a:spAutoFit/>
          </a:bodyPr>
          <a:lstStyle/>
          <a:p>
            <a:r>
              <a:rPr lang="en-US" dirty="0"/>
              <a:t>XXXXX</a:t>
            </a:r>
          </a:p>
        </p:txBody>
      </p:sp>
    </p:spTree>
    <p:extLst>
      <p:ext uri="{BB962C8B-B14F-4D97-AF65-F5344CB8AC3E}">
        <p14:creationId xmlns:p14="http://schemas.microsoft.com/office/powerpoint/2010/main" val="2981808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10" name="Rectángulo 4"/>
          <p:cNvSpPr/>
          <p:nvPr userDrawn="1"/>
        </p:nvSpPr>
        <p:spPr>
          <a:xfrm>
            <a:off x="0" y="0"/>
            <a:ext cx="12192000" cy="6865945"/>
          </a:xfrm>
          <a:prstGeom prst="rect">
            <a:avLst/>
          </a:prstGeom>
          <a:solidFill>
            <a:srgbClr val="36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pic>
        <p:nvPicPr>
          <p:cNvPr id="11" name="Picture 10" descr="UDEM.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19625" y="2041768"/>
            <a:ext cx="2905126" cy="2506418"/>
          </a:xfrm>
          <a:prstGeom prst="rect">
            <a:avLst/>
          </a:prstGeom>
        </p:spPr>
      </p:pic>
      <p:sp>
        <p:nvSpPr>
          <p:cNvPr id="12" name="CuadroTexto 7">
            <a:extLst>
              <a:ext uri="{FF2B5EF4-FFF2-40B4-BE49-F238E27FC236}">
                <a16:creationId xmlns:a16="http://schemas.microsoft.com/office/drawing/2014/main" id="{88B5A606-713B-9D4A-96B1-9D5B42AB5318}"/>
              </a:ext>
            </a:extLst>
          </p:cNvPr>
          <p:cNvSpPr txBox="1"/>
          <p:nvPr userDrawn="1"/>
        </p:nvSpPr>
        <p:spPr>
          <a:xfrm>
            <a:off x="5000289" y="5423718"/>
            <a:ext cx="2149096" cy="400110"/>
          </a:xfrm>
          <a:prstGeom prst="rect">
            <a:avLst/>
          </a:prstGeom>
          <a:noFill/>
        </p:spPr>
        <p:txBody>
          <a:bodyPr wrap="none" rtlCol="0">
            <a:spAutoFit/>
          </a:bodyPr>
          <a:lstStyle/>
          <a:p>
            <a:r>
              <a:rPr lang="es-MX" sz="2000" b="1" dirty="0">
                <a:solidFill>
                  <a:srgbClr val="F5F1E8"/>
                </a:solidFill>
                <a:latin typeface="Verdana"/>
                <a:cs typeface="Verdana"/>
              </a:rPr>
              <a:t>udem.edu.mx</a:t>
            </a:r>
          </a:p>
        </p:txBody>
      </p:sp>
    </p:spTree>
    <p:extLst>
      <p:ext uri="{BB962C8B-B14F-4D97-AF65-F5344CB8AC3E}">
        <p14:creationId xmlns:p14="http://schemas.microsoft.com/office/powerpoint/2010/main" val="398832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224A39-B76D-1941-B212-22BF79F0823A}"/>
              </a:ext>
            </a:extLst>
          </p:cNvPr>
          <p:cNvSpPr>
            <a:spLocks noGrp="1"/>
          </p:cNvSpPr>
          <p:nvPr>
            <p:ph type="title"/>
          </p:nvPr>
        </p:nvSpPr>
        <p:spPr/>
        <p:txBody>
          <a:bodyPr/>
          <a:lstStyle/>
          <a:p>
            <a:r>
              <a:rPr lang="es-MX"/>
              <a:t>Haz clic para modificar el estilo de título del patrón</a:t>
            </a:r>
          </a:p>
        </p:txBody>
      </p:sp>
      <p:sp>
        <p:nvSpPr>
          <p:cNvPr id="4" name="Marcador de pie de página 3">
            <a:extLst>
              <a:ext uri="{FF2B5EF4-FFF2-40B4-BE49-F238E27FC236}">
                <a16:creationId xmlns:a16="http://schemas.microsoft.com/office/drawing/2014/main" id="{A0837359-156A-5441-B1CD-509DC4A1C93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D2F36AD-DDC1-044B-A739-2F4BC50D1627}"/>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3865589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1371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F145AA-F2FD-ED44-9443-2B5DEB25D95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A25B942C-AD4C-FB4F-8556-0AC2CC97BC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7E1030CA-32CD-0546-A5B4-1DF24DAB80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6" name="Marcador de pie de página 5">
            <a:extLst>
              <a:ext uri="{FF2B5EF4-FFF2-40B4-BE49-F238E27FC236}">
                <a16:creationId xmlns:a16="http://schemas.microsoft.com/office/drawing/2014/main" id="{9F0C099B-D99E-5841-B866-F1664D8A997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A48C64B-093C-1144-AA66-97AE53A7B834}"/>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2003920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04AF13-E305-CA4D-B1D9-646119332BB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B19D9D00-CF0E-0E4D-A88E-643AB22AAD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1ABC3F4-07D4-934E-9509-DF410DD607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6" name="Marcador de pie de página 5">
            <a:extLst>
              <a:ext uri="{FF2B5EF4-FFF2-40B4-BE49-F238E27FC236}">
                <a16:creationId xmlns:a16="http://schemas.microsoft.com/office/drawing/2014/main" id="{2EB8C53A-93CC-B34A-9FE9-A89945897BC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0C01EB-6C5F-7F4F-9A3A-BE5813B5C5F3}"/>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185600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EABDEA-A126-0643-837C-F268ABCC4A84}"/>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A08A7756-6623-FA45-98DE-3A21F2A15D43}"/>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pie de página 4">
            <a:extLst>
              <a:ext uri="{FF2B5EF4-FFF2-40B4-BE49-F238E27FC236}">
                <a16:creationId xmlns:a16="http://schemas.microsoft.com/office/drawing/2014/main" id="{725899DA-FBEB-5F44-944D-18C4FA45570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C3E0C3A-1175-2E46-9EFA-72FD28333FCF}"/>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3245079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C817306-A0FA-B349-B9D9-BCAFAED7B8B7}"/>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3E4227AA-3AFB-9E40-928F-68B154E18F18}"/>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pie de página 4">
            <a:extLst>
              <a:ext uri="{FF2B5EF4-FFF2-40B4-BE49-F238E27FC236}">
                <a16:creationId xmlns:a16="http://schemas.microsoft.com/office/drawing/2014/main" id="{A4C67C78-0611-C645-836A-40E9AAC7932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3FEACF0-BF48-5444-8C72-1BA62F2EE07A}"/>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348928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arkBackground">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43B2BE8A-C619-48C4-A966-09BD439D0751}"/>
              </a:ext>
            </a:extLst>
          </p:cNvPr>
          <p:cNvSpPr>
            <a:spLocks noGrp="1" noChangeAspect="1"/>
          </p:cNvSpPr>
          <p:nvPr>
            <p:ph type="pic" sz="quarter" idx="13"/>
          </p:nvPr>
        </p:nvSpPr>
        <p:spPr>
          <a:xfrm>
            <a:off x="263594" y="303603"/>
            <a:ext cx="1654606" cy="715374"/>
          </a:xfrm>
          <a:effectLst/>
        </p:spPr>
        <p:txBody>
          <a:bodyPr>
            <a:normAutofit/>
          </a:bodyPr>
          <a:lstStyle>
            <a:lvl1pPr marL="0" indent="0">
              <a:buNone/>
              <a:defRPr sz="21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207471852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latin typeface="Roboto Light" charset="0"/>
            </a:endParaRPr>
          </a:p>
        </p:txBody>
      </p:sp>
      <p:sp>
        <p:nvSpPr>
          <p:cNvPr id="4" name="Picture Placeholder 13"/>
          <p:cNvSpPr>
            <a:spLocks noGrp="1"/>
          </p:cNvSpPr>
          <p:nvPr>
            <p:ph type="pic" sz="quarter" idx="13"/>
          </p:nvPr>
        </p:nvSpPr>
        <p:spPr>
          <a:xfrm>
            <a:off x="0" y="0"/>
            <a:ext cx="12214865" cy="6858000"/>
          </a:xfrm>
          <a:effectLst/>
        </p:spPr>
        <p:txBody>
          <a:bodyPr>
            <a:normAutofit/>
          </a:bodyPr>
          <a:lstStyle>
            <a:lvl1pPr marL="0" indent="0">
              <a:buNone/>
              <a:defRPr sz="21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396738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2_Diapositiva de título">
  <p:cSld name="12_Diapositiva de título">
    <p:spTree>
      <p:nvGrpSpPr>
        <p:cNvPr id="1" name="Shape 52"/>
        <p:cNvGrpSpPr/>
        <p:nvPr/>
      </p:nvGrpSpPr>
      <p:grpSpPr>
        <a:xfrm>
          <a:off x="0" y="0"/>
          <a:ext cx="0" cy="0"/>
          <a:chOff x="0" y="0"/>
          <a:chExt cx="0" cy="0"/>
        </a:xfrm>
      </p:grpSpPr>
      <p:sp>
        <p:nvSpPr>
          <p:cNvPr id="53" name="Google Shape;53;p95"/>
          <p:cNvSpPr txBox="1">
            <a:spLocks noGrp="1"/>
          </p:cNvSpPr>
          <p:nvPr>
            <p:ph type="ctrTitle"/>
          </p:nvPr>
        </p:nvSpPr>
        <p:spPr>
          <a:xfrm>
            <a:off x="4471331" y="959155"/>
            <a:ext cx="7040280"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95"/>
          <p:cNvSpPr txBox="1">
            <a:spLocks noGrp="1"/>
          </p:cNvSpPr>
          <p:nvPr>
            <p:ph type="subTitle" idx="1"/>
          </p:nvPr>
        </p:nvSpPr>
        <p:spPr>
          <a:xfrm>
            <a:off x="4471331" y="1937924"/>
            <a:ext cx="7040280"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55" name="Google Shape;55;p95"/>
          <p:cNvSpPr>
            <a:spLocks noGrp="1"/>
          </p:cNvSpPr>
          <p:nvPr>
            <p:ph type="pic" idx="2"/>
          </p:nvPr>
        </p:nvSpPr>
        <p:spPr>
          <a:xfrm>
            <a:off x="2" y="0"/>
            <a:ext cx="4063998" cy="6858000"/>
          </a:xfrm>
          <a:prstGeom prst="rect">
            <a:avLst/>
          </a:prstGeom>
          <a:solidFill>
            <a:srgbClr val="F2F2F2"/>
          </a:solidFill>
          <a:ln>
            <a:noFill/>
          </a:ln>
        </p:spPr>
      </p:sp>
    </p:spTree>
    <p:extLst>
      <p:ext uri="{BB962C8B-B14F-4D97-AF65-F5344CB8AC3E}">
        <p14:creationId xmlns:p14="http://schemas.microsoft.com/office/powerpoint/2010/main" val="5501964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Diapositiva de título" type="title">
  <p:cSld name="1_Diapositiva de título">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85"/>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85"/>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Tree>
    <p:extLst>
      <p:ext uri="{BB962C8B-B14F-4D97-AF65-F5344CB8AC3E}">
        <p14:creationId xmlns:p14="http://schemas.microsoft.com/office/powerpoint/2010/main" val="7664486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Dos objetos">
  <p:cSld name="1_Dos objetos">
    <p:spTree>
      <p:nvGrpSpPr>
        <p:cNvPr id="1" name="Shape 17"/>
        <p:cNvGrpSpPr/>
        <p:nvPr/>
      </p:nvGrpSpPr>
      <p:grpSpPr>
        <a:xfrm>
          <a:off x="0" y="0"/>
          <a:ext cx="0" cy="0"/>
          <a:chOff x="0" y="0"/>
          <a:chExt cx="0" cy="0"/>
        </a:xfrm>
      </p:grpSpPr>
      <p:sp>
        <p:nvSpPr>
          <p:cNvPr id="18" name="Google Shape;18;p86"/>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6"/>
          <p:cNvSpPr txBox="1">
            <a:spLocks noGrp="1"/>
          </p:cNvSpPr>
          <p:nvPr>
            <p:ph type="body" idx="1"/>
          </p:nvPr>
        </p:nvSpPr>
        <p:spPr>
          <a:xfrm>
            <a:off x="609601" y="1926975"/>
            <a:ext cx="356643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20" name="Google Shape;20;p86"/>
          <p:cNvSpPr txBox="1">
            <a:spLocks noGrp="1"/>
          </p:cNvSpPr>
          <p:nvPr>
            <p:ph type="body" idx="2"/>
          </p:nvPr>
        </p:nvSpPr>
        <p:spPr>
          <a:xfrm>
            <a:off x="4319465" y="1926975"/>
            <a:ext cx="356643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21" name="Google Shape;21;p86"/>
          <p:cNvSpPr txBox="1">
            <a:spLocks noGrp="1"/>
          </p:cNvSpPr>
          <p:nvPr>
            <p:ph type="body" idx="3"/>
          </p:nvPr>
        </p:nvSpPr>
        <p:spPr>
          <a:xfrm>
            <a:off x="8038337" y="1926975"/>
            <a:ext cx="356643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Tree>
    <p:extLst>
      <p:ext uri="{BB962C8B-B14F-4D97-AF65-F5344CB8AC3E}">
        <p14:creationId xmlns:p14="http://schemas.microsoft.com/office/powerpoint/2010/main" val="739592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ítulo y objetos" type="obj">
  <p:cSld name="1_Título y objetos">
    <p:spTree>
      <p:nvGrpSpPr>
        <p:cNvPr id="1" name="Shape 22"/>
        <p:cNvGrpSpPr/>
        <p:nvPr/>
      </p:nvGrpSpPr>
      <p:grpSpPr>
        <a:xfrm>
          <a:off x="0" y="0"/>
          <a:ext cx="0" cy="0"/>
          <a:chOff x="0" y="0"/>
          <a:chExt cx="0" cy="0"/>
        </a:xfrm>
      </p:grpSpPr>
      <p:sp>
        <p:nvSpPr>
          <p:cNvPr id="23" name="Google Shape;23;p87"/>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87"/>
          <p:cNvSpPr txBox="1">
            <a:spLocks noGrp="1"/>
          </p:cNvSpPr>
          <p:nvPr>
            <p:ph type="body" idx="1"/>
          </p:nvPr>
        </p:nvSpPr>
        <p:spPr>
          <a:xfrm>
            <a:off x="609600" y="1937924"/>
            <a:ext cx="10972801" cy="41882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679187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88"/>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88"/>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Tree>
    <p:extLst>
      <p:ext uri="{BB962C8B-B14F-4D97-AF65-F5344CB8AC3E}">
        <p14:creationId xmlns:p14="http://schemas.microsoft.com/office/powerpoint/2010/main" val="37771792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_Diapositiva de título">
  <p:cSld name="3_Diapositiva de título">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89"/>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89"/>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dirty="0"/>
          </a:p>
        </p:txBody>
      </p:sp>
    </p:spTree>
    <p:extLst>
      <p:ext uri="{BB962C8B-B14F-4D97-AF65-F5344CB8AC3E}">
        <p14:creationId xmlns:p14="http://schemas.microsoft.com/office/powerpoint/2010/main" val="18267974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4_Diapositiva de título">
  <p:cSld name="4_Diapositiva de título">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0"/>
          <p:cNvSpPr txBox="1">
            <a:spLocks noGrp="1"/>
          </p:cNvSpPr>
          <p:nvPr>
            <p:ph type="ctrTitle"/>
          </p:nvPr>
        </p:nvSpPr>
        <p:spPr>
          <a:xfrm>
            <a:off x="6693935"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90"/>
          <p:cNvSpPr txBox="1">
            <a:spLocks noGrp="1"/>
          </p:cNvSpPr>
          <p:nvPr>
            <p:ph type="subTitle" idx="1"/>
          </p:nvPr>
        </p:nvSpPr>
        <p:spPr>
          <a:xfrm>
            <a:off x="6693934"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34" name="Google Shape;34;p90"/>
          <p:cNvSpPr txBox="1"/>
          <p:nvPr/>
        </p:nvSpPr>
        <p:spPr>
          <a:xfrm>
            <a:off x="1" y="6642342"/>
            <a:ext cx="2814316" cy="200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700" b="0" i="0" u="none" strike="noStrike" cap="none">
                <a:solidFill>
                  <a:srgbClr val="A5A5A5"/>
                </a:solidFill>
                <a:latin typeface="Arial"/>
                <a:ea typeface="Arial"/>
                <a:cs typeface="Arial"/>
                <a:sym typeface="Arial"/>
              </a:rPr>
              <a:t>© DERECHOS RESERVADOS UNIVERSIDAD DE MONTERREY</a:t>
            </a:r>
            <a:endParaRPr sz="1800"/>
          </a:p>
        </p:txBody>
      </p:sp>
      <p:sp>
        <p:nvSpPr>
          <p:cNvPr id="35" name="Google Shape;35;p90"/>
          <p:cNvSpPr>
            <a:spLocks noGrp="1"/>
          </p:cNvSpPr>
          <p:nvPr>
            <p:ph type="pic" idx="2"/>
          </p:nvPr>
        </p:nvSpPr>
        <p:spPr>
          <a:xfrm>
            <a:off x="0" y="0"/>
            <a:ext cx="6107432" cy="6858000"/>
          </a:xfrm>
          <a:prstGeom prst="rect">
            <a:avLst/>
          </a:prstGeom>
          <a:solidFill>
            <a:srgbClr val="262626"/>
          </a:solidFill>
          <a:ln>
            <a:noFill/>
          </a:ln>
        </p:spPr>
      </p:sp>
    </p:spTree>
    <p:extLst>
      <p:ext uri="{BB962C8B-B14F-4D97-AF65-F5344CB8AC3E}">
        <p14:creationId xmlns:p14="http://schemas.microsoft.com/office/powerpoint/2010/main" val="2070715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5_Diapositiva de título">
  <p:cSld name="5_Diapositiva de título">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91"/>
          <p:cNvSpPr txBox="1">
            <a:spLocks noGrp="1"/>
          </p:cNvSpPr>
          <p:nvPr>
            <p:ph type="ctrTitle"/>
          </p:nvPr>
        </p:nvSpPr>
        <p:spPr>
          <a:xfrm>
            <a:off x="6693935"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1"/>
          <p:cNvSpPr txBox="1">
            <a:spLocks noGrp="1"/>
          </p:cNvSpPr>
          <p:nvPr>
            <p:ph type="subTitle" idx="1"/>
          </p:nvPr>
        </p:nvSpPr>
        <p:spPr>
          <a:xfrm>
            <a:off x="6693934"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39" name="Google Shape;39;p91"/>
          <p:cNvSpPr>
            <a:spLocks noGrp="1"/>
          </p:cNvSpPr>
          <p:nvPr>
            <p:ph type="pic" idx="2"/>
          </p:nvPr>
        </p:nvSpPr>
        <p:spPr>
          <a:xfrm>
            <a:off x="0" y="0"/>
            <a:ext cx="6117595" cy="6858000"/>
          </a:xfrm>
          <a:prstGeom prst="rect">
            <a:avLst/>
          </a:prstGeom>
          <a:solidFill>
            <a:srgbClr val="FFF524"/>
          </a:solidFill>
          <a:ln>
            <a:noFill/>
          </a:ln>
        </p:spPr>
      </p:sp>
    </p:spTree>
    <p:extLst>
      <p:ext uri="{BB962C8B-B14F-4D97-AF65-F5344CB8AC3E}">
        <p14:creationId xmlns:p14="http://schemas.microsoft.com/office/powerpoint/2010/main" val="2540496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4_Diapositiva de título">
  <p:cSld name="14_Diapositiva de título">
    <p:spTree>
      <p:nvGrpSpPr>
        <p:cNvPr id="1" name="Shape 44"/>
        <p:cNvGrpSpPr/>
        <p:nvPr/>
      </p:nvGrpSpPr>
      <p:grpSpPr>
        <a:xfrm>
          <a:off x="0" y="0"/>
          <a:ext cx="0" cy="0"/>
          <a:chOff x="0" y="0"/>
          <a:chExt cx="0" cy="0"/>
        </a:xfrm>
      </p:grpSpPr>
      <p:sp>
        <p:nvSpPr>
          <p:cNvPr id="45" name="Google Shape;45;p93"/>
          <p:cNvSpPr txBox="1">
            <a:spLocks noGrp="1"/>
          </p:cNvSpPr>
          <p:nvPr>
            <p:ph type="ctrTitle"/>
          </p:nvPr>
        </p:nvSpPr>
        <p:spPr>
          <a:xfrm>
            <a:off x="6385949" y="959155"/>
            <a:ext cx="5125662"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93"/>
          <p:cNvSpPr txBox="1">
            <a:spLocks noGrp="1"/>
          </p:cNvSpPr>
          <p:nvPr>
            <p:ph type="subTitle" idx="1"/>
          </p:nvPr>
        </p:nvSpPr>
        <p:spPr>
          <a:xfrm>
            <a:off x="6385949" y="1937924"/>
            <a:ext cx="5125662"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47" name="Google Shape;47;p93"/>
          <p:cNvSpPr>
            <a:spLocks noGrp="1"/>
          </p:cNvSpPr>
          <p:nvPr>
            <p:ph type="pic" idx="2"/>
          </p:nvPr>
        </p:nvSpPr>
        <p:spPr>
          <a:xfrm>
            <a:off x="0" y="0"/>
            <a:ext cx="6096001" cy="6858000"/>
          </a:xfrm>
          <a:prstGeom prst="rect">
            <a:avLst/>
          </a:prstGeom>
          <a:solidFill>
            <a:srgbClr val="F2F2F2"/>
          </a:solidFill>
          <a:ln>
            <a:noFill/>
          </a:ln>
        </p:spPr>
      </p:sp>
    </p:spTree>
    <p:extLst>
      <p:ext uri="{BB962C8B-B14F-4D97-AF65-F5344CB8AC3E}">
        <p14:creationId xmlns:p14="http://schemas.microsoft.com/office/powerpoint/2010/main" val="3599799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9_Diapositiva de título">
  <p:cSld name="9_Diapositiva de título">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94"/>
          <p:cNvSpPr txBox="1">
            <a:spLocks noGrp="1"/>
          </p:cNvSpPr>
          <p:nvPr>
            <p:ph type="ctrTitle"/>
          </p:nvPr>
        </p:nvSpPr>
        <p:spPr>
          <a:xfrm>
            <a:off x="556024"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94"/>
          <p:cNvSpPr txBox="1">
            <a:spLocks noGrp="1"/>
          </p:cNvSpPr>
          <p:nvPr>
            <p:ph type="subTitle" idx="1"/>
          </p:nvPr>
        </p:nvSpPr>
        <p:spPr>
          <a:xfrm>
            <a:off x="556022"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51" name="Google Shape;51;p94"/>
          <p:cNvSpPr>
            <a:spLocks noGrp="1"/>
          </p:cNvSpPr>
          <p:nvPr>
            <p:ph type="pic" idx="2"/>
          </p:nvPr>
        </p:nvSpPr>
        <p:spPr>
          <a:xfrm>
            <a:off x="6087109" y="0"/>
            <a:ext cx="6104892" cy="6858000"/>
          </a:xfrm>
          <a:prstGeom prst="rect">
            <a:avLst/>
          </a:prstGeom>
          <a:solidFill>
            <a:srgbClr val="F2F2F2"/>
          </a:solidFill>
          <a:ln>
            <a:noFill/>
          </a:ln>
        </p:spPr>
      </p:sp>
    </p:spTree>
    <p:extLst>
      <p:ext uri="{BB962C8B-B14F-4D97-AF65-F5344CB8AC3E}">
        <p14:creationId xmlns:p14="http://schemas.microsoft.com/office/powerpoint/2010/main" val="37237978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56"/>
        <p:cNvGrpSpPr/>
        <p:nvPr/>
      </p:nvGrpSpPr>
      <p:grpSpPr>
        <a:xfrm>
          <a:off x="0" y="0"/>
          <a:ext cx="0" cy="0"/>
          <a:chOff x="0" y="0"/>
          <a:chExt cx="0" cy="0"/>
        </a:xfrm>
      </p:grpSpPr>
      <p:sp>
        <p:nvSpPr>
          <p:cNvPr id="57" name="Google Shape;57;p96"/>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96"/>
          <p:cNvSpPr txBox="1">
            <a:spLocks noGrp="1"/>
          </p:cNvSpPr>
          <p:nvPr>
            <p:ph type="body" idx="1"/>
          </p:nvPr>
        </p:nvSpPr>
        <p:spPr>
          <a:xfrm>
            <a:off x="609600" y="1926975"/>
            <a:ext cx="5384800" cy="4199191"/>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59" name="Google Shape;59;p96"/>
          <p:cNvSpPr txBox="1">
            <a:spLocks noGrp="1"/>
          </p:cNvSpPr>
          <p:nvPr>
            <p:ph type="body" idx="2"/>
          </p:nvPr>
        </p:nvSpPr>
        <p:spPr>
          <a:xfrm>
            <a:off x="6197600" y="1926975"/>
            <a:ext cx="5384800" cy="4199191"/>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Tree>
    <p:extLst>
      <p:ext uri="{BB962C8B-B14F-4D97-AF65-F5344CB8AC3E}">
        <p14:creationId xmlns:p14="http://schemas.microsoft.com/office/powerpoint/2010/main" val="15975422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60"/>
        <p:cNvGrpSpPr/>
        <p:nvPr/>
      </p:nvGrpSpPr>
      <p:grpSpPr>
        <a:xfrm>
          <a:off x="0" y="0"/>
          <a:ext cx="0" cy="0"/>
          <a:chOff x="0" y="0"/>
          <a:chExt cx="0" cy="0"/>
        </a:xfrm>
      </p:grpSpPr>
      <p:sp>
        <p:nvSpPr>
          <p:cNvPr id="61" name="Google Shape;61;p97"/>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7"/>
          <p:cNvSpPr txBox="1">
            <a:spLocks noGrp="1"/>
          </p:cNvSpPr>
          <p:nvPr>
            <p:ph type="body" idx="1"/>
          </p:nvPr>
        </p:nvSpPr>
        <p:spPr>
          <a:xfrm>
            <a:off x="609600" y="1887842"/>
            <a:ext cx="5386917" cy="639763"/>
          </a:xfrm>
          <a:prstGeom prst="rect">
            <a:avLst/>
          </a:prstGeom>
          <a:noFill/>
          <a:ln>
            <a:noFill/>
          </a:ln>
        </p:spPr>
        <p:txBody>
          <a:bodyPr spcFirstLastPara="1" wrap="square" lIns="121875" tIns="60925" rIns="121875" bIns="60925" anchor="b" anchorCtr="0">
            <a:noAutofit/>
          </a:bodyPr>
          <a:lstStyle>
            <a:lvl1pPr marL="457200" lvl="0" indent="-228600" algn="l">
              <a:spcBef>
                <a:spcPts val="480"/>
              </a:spcBef>
              <a:spcAft>
                <a:spcPts val="0"/>
              </a:spcAft>
              <a:buSzPts val="2400"/>
              <a:buNone/>
              <a:defRPr sz="2400" b="1">
                <a:solidFill>
                  <a:srgbClr val="3F3F3F"/>
                </a:solidFill>
              </a:defRPr>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63" name="Google Shape;63;p97"/>
          <p:cNvSpPr txBox="1">
            <a:spLocks noGrp="1"/>
          </p:cNvSpPr>
          <p:nvPr>
            <p:ph type="body" idx="2"/>
          </p:nvPr>
        </p:nvSpPr>
        <p:spPr>
          <a:xfrm>
            <a:off x="609600" y="2638641"/>
            <a:ext cx="5386917" cy="3487523"/>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64" name="Google Shape;64;p97"/>
          <p:cNvSpPr txBox="1">
            <a:spLocks noGrp="1"/>
          </p:cNvSpPr>
          <p:nvPr>
            <p:ph type="body" idx="3"/>
          </p:nvPr>
        </p:nvSpPr>
        <p:spPr>
          <a:xfrm>
            <a:off x="6193370" y="1887842"/>
            <a:ext cx="5389033" cy="639763"/>
          </a:xfrm>
          <a:prstGeom prst="rect">
            <a:avLst/>
          </a:prstGeom>
          <a:noFill/>
          <a:ln>
            <a:noFill/>
          </a:ln>
        </p:spPr>
        <p:txBody>
          <a:bodyPr spcFirstLastPara="1" wrap="square" lIns="121875" tIns="60925" rIns="121875" bIns="60925" anchor="b" anchorCtr="0">
            <a:noAutofit/>
          </a:bodyPr>
          <a:lstStyle>
            <a:lvl1pPr marL="457200" lvl="0" indent="-228600" algn="l">
              <a:spcBef>
                <a:spcPts val="480"/>
              </a:spcBef>
              <a:spcAft>
                <a:spcPts val="0"/>
              </a:spcAft>
              <a:buSzPts val="2400"/>
              <a:buNone/>
              <a:defRPr sz="2400" b="1">
                <a:solidFill>
                  <a:srgbClr val="3F3F3F"/>
                </a:solidFill>
              </a:defRPr>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65" name="Google Shape;65;p97"/>
          <p:cNvSpPr txBox="1">
            <a:spLocks noGrp="1"/>
          </p:cNvSpPr>
          <p:nvPr>
            <p:ph type="body" idx="4"/>
          </p:nvPr>
        </p:nvSpPr>
        <p:spPr>
          <a:xfrm>
            <a:off x="6193370" y="2638641"/>
            <a:ext cx="5389033" cy="3487523"/>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Tree>
    <p:extLst>
      <p:ext uri="{BB962C8B-B14F-4D97-AF65-F5344CB8AC3E}">
        <p14:creationId xmlns:p14="http://schemas.microsoft.com/office/powerpoint/2010/main" val="38295166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Dos objetos">
  <p:cSld name="2_Dos objetos">
    <p:spTree>
      <p:nvGrpSpPr>
        <p:cNvPr id="1" name="Shape 66"/>
        <p:cNvGrpSpPr/>
        <p:nvPr/>
      </p:nvGrpSpPr>
      <p:grpSpPr>
        <a:xfrm>
          <a:off x="0" y="0"/>
          <a:ext cx="0" cy="0"/>
          <a:chOff x="0" y="0"/>
          <a:chExt cx="0" cy="0"/>
        </a:xfrm>
      </p:grpSpPr>
      <p:sp>
        <p:nvSpPr>
          <p:cNvPr id="67" name="Google Shape;67;p98"/>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98"/>
          <p:cNvSpPr txBox="1">
            <a:spLocks noGrp="1"/>
          </p:cNvSpPr>
          <p:nvPr>
            <p:ph type="body" idx="1"/>
          </p:nvPr>
        </p:nvSpPr>
        <p:spPr>
          <a:xfrm>
            <a:off x="609600" y="1926975"/>
            <a:ext cx="2583968"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69" name="Google Shape;69;p98"/>
          <p:cNvSpPr txBox="1">
            <a:spLocks noGrp="1"/>
          </p:cNvSpPr>
          <p:nvPr>
            <p:ph type="body" idx="2"/>
          </p:nvPr>
        </p:nvSpPr>
        <p:spPr>
          <a:xfrm>
            <a:off x="3405879" y="1926975"/>
            <a:ext cx="2583968"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70" name="Google Shape;70;p98"/>
          <p:cNvSpPr txBox="1">
            <a:spLocks noGrp="1"/>
          </p:cNvSpPr>
          <p:nvPr>
            <p:ph type="body" idx="3"/>
          </p:nvPr>
        </p:nvSpPr>
        <p:spPr>
          <a:xfrm>
            <a:off x="6212420" y="1926975"/>
            <a:ext cx="257370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71" name="Google Shape;71;p98"/>
          <p:cNvSpPr txBox="1">
            <a:spLocks noGrp="1"/>
          </p:cNvSpPr>
          <p:nvPr>
            <p:ph type="body" idx="4"/>
          </p:nvPr>
        </p:nvSpPr>
        <p:spPr>
          <a:xfrm>
            <a:off x="9014759" y="1926975"/>
            <a:ext cx="257370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Tree>
    <p:extLst>
      <p:ext uri="{BB962C8B-B14F-4D97-AF65-F5344CB8AC3E}">
        <p14:creationId xmlns:p14="http://schemas.microsoft.com/office/powerpoint/2010/main" val="21194181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ólo el título" type="titleOnly">
  <p:cSld name="Sólo el título">
    <p:spTree>
      <p:nvGrpSpPr>
        <p:cNvPr id="1" name="Shape 72"/>
        <p:cNvGrpSpPr/>
        <p:nvPr/>
      </p:nvGrpSpPr>
      <p:grpSpPr>
        <a:xfrm>
          <a:off x="0" y="0"/>
          <a:ext cx="0" cy="0"/>
          <a:chOff x="0" y="0"/>
          <a:chExt cx="0" cy="0"/>
        </a:xfrm>
      </p:grpSpPr>
      <p:sp>
        <p:nvSpPr>
          <p:cNvPr id="73" name="Google Shape;73;p99"/>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1516151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Sólo el título">
  <p:cSld name="1_Sólo el título">
    <p:spTree>
      <p:nvGrpSpPr>
        <p:cNvPr id="1" name="Shape 74"/>
        <p:cNvGrpSpPr/>
        <p:nvPr/>
      </p:nvGrpSpPr>
      <p:grpSpPr>
        <a:xfrm>
          <a:off x="0" y="0"/>
          <a:ext cx="0" cy="0"/>
          <a:chOff x="0" y="0"/>
          <a:chExt cx="0" cy="0"/>
        </a:xfrm>
      </p:grpSpPr>
      <p:sp>
        <p:nvSpPr>
          <p:cNvPr id="75" name="Google Shape;75;p100"/>
          <p:cNvSpPr/>
          <p:nvPr/>
        </p:nvSpPr>
        <p:spPr>
          <a:xfrm>
            <a:off x="-1" y="644205"/>
            <a:ext cx="12192001" cy="5990276"/>
          </a:xfrm>
          <a:prstGeom prst="rect">
            <a:avLst/>
          </a:prstGeom>
          <a:solidFill>
            <a:srgbClr val="EDEDE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FFFFFF"/>
              </a:solidFill>
              <a:latin typeface="Arial"/>
              <a:ea typeface="Arial"/>
              <a:cs typeface="Arial"/>
              <a:sym typeface="Arial"/>
            </a:endParaRPr>
          </a:p>
        </p:txBody>
      </p:sp>
      <p:sp>
        <p:nvSpPr>
          <p:cNvPr id="76" name="Google Shape;76;p100"/>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884125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ido con título" type="objTx">
  <p:cSld name="Contenido con título">
    <p:spTree>
      <p:nvGrpSpPr>
        <p:cNvPr id="1" name="Shape 77"/>
        <p:cNvGrpSpPr/>
        <p:nvPr/>
      </p:nvGrpSpPr>
      <p:grpSpPr>
        <a:xfrm>
          <a:off x="0" y="0"/>
          <a:ext cx="0" cy="0"/>
          <a:chOff x="0" y="0"/>
          <a:chExt cx="0" cy="0"/>
        </a:xfrm>
      </p:grpSpPr>
      <p:sp>
        <p:nvSpPr>
          <p:cNvPr id="78" name="Google Shape;78;p101"/>
          <p:cNvSpPr txBox="1">
            <a:spLocks noGrp="1"/>
          </p:cNvSpPr>
          <p:nvPr>
            <p:ph type="title"/>
          </p:nvPr>
        </p:nvSpPr>
        <p:spPr>
          <a:xfrm>
            <a:off x="609604" y="843052"/>
            <a:ext cx="4011084" cy="89779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rgbClr val="333333"/>
              </a:buClr>
              <a:buSzPts val="2700"/>
              <a:buFont typeface="Arial"/>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01"/>
          <p:cNvSpPr txBox="1">
            <a:spLocks noGrp="1"/>
          </p:cNvSpPr>
          <p:nvPr>
            <p:ph type="body" idx="1"/>
          </p:nvPr>
        </p:nvSpPr>
        <p:spPr>
          <a:xfrm>
            <a:off x="4766733" y="864948"/>
            <a:ext cx="6815667" cy="5556840"/>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80" name="Google Shape;80;p101"/>
          <p:cNvSpPr txBox="1">
            <a:spLocks noGrp="1"/>
          </p:cNvSpPr>
          <p:nvPr>
            <p:ph type="body" idx="2"/>
          </p:nvPr>
        </p:nvSpPr>
        <p:spPr>
          <a:xfrm>
            <a:off x="609604" y="1968178"/>
            <a:ext cx="4011084" cy="4453611"/>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Tree>
    <p:extLst>
      <p:ext uri="{BB962C8B-B14F-4D97-AF65-F5344CB8AC3E}">
        <p14:creationId xmlns:p14="http://schemas.microsoft.com/office/powerpoint/2010/main" val="17288991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81"/>
        <p:cNvGrpSpPr/>
        <p:nvPr/>
      </p:nvGrpSpPr>
      <p:grpSpPr>
        <a:xfrm>
          <a:off x="0" y="0"/>
          <a:ext cx="0" cy="0"/>
          <a:chOff x="0" y="0"/>
          <a:chExt cx="0" cy="0"/>
        </a:xfrm>
      </p:grpSpPr>
      <p:sp>
        <p:nvSpPr>
          <p:cNvPr id="82" name="Google Shape;82;p102"/>
          <p:cNvSpPr txBox="1">
            <a:spLocks noGrp="1"/>
          </p:cNvSpPr>
          <p:nvPr>
            <p:ph type="title"/>
          </p:nvPr>
        </p:nvSpPr>
        <p:spPr>
          <a:xfrm>
            <a:off x="2389718" y="5019582"/>
            <a:ext cx="7315200"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rgbClr val="333333"/>
              </a:buClr>
              <a:buSzPts val="2700"/>
              <a:buFont typeface="Arial"/>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02"/>
          <p:cNvSpPr>
            <a:spLocks noGrp="1"/>
          </p:cNvSpPr>
          <p:nvPr>
            <p:ph type="pic" idx="2"/>
          </p:nvPr>
        </p:nvSpPr>
        <p:spPr>
          <a:xfrm>
            <a:off x="2389718" y="831755"/>
            <a:ext cx="7315200" cy="4114800"/>
          </a:xfrm>
          <a:prstGeom prst="rect">
            <a:avLst/>
          </a:prstGeom>
          <a:noFill/>
          <a:ln>
            <a:noFill/>
          </a:ln>
        </p:spPr>
      </p:sp>
      <p:sp>
        <p:nvSpPr>
          <p:cNvPr id="84" name="Google Shape;84;p102"/>
          <p:cNvSpPr txBox="1">
            <a:spLocks noGrp="1"/>
          </p:cNvSpPr>
          <p:nvPr>
            <p:ph type="body" idx="1"/>
          </p:nvPr>
        </p:nvSpPr>
        <p:spPr>
          <a:xfrm>
            <a:off x="2389718" y="5586320"/>
            <a:ext cx="7315200"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Tree>
    <p:extLst>
      <p:ext uri="{BB962C8B-B14F-4D97-AF65-F5344CB8AC3E}">
        <p14:creationId xmlns:p14="http://schemas.microsoft.com/office/powerpoint/2010/main" val="5106297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spTree>
      <p:nvGrpSpPr>
        <p:cNvPr id="1" name="Shape 85"/>
        <p:cNvGrpSpPr/>
        <p:nvPr/>
      </p:nvGrpSpPr>
      <p:grpSpPr>
        <a:xfrm>
          <a:off x="0" y="0"/>
          <a:ext cx="0" cy="0"/>
          <a:chOff x="0" y="0"/>
          <a:chExt cx="0" cy="0"/>
        </a:xfrm>
      </p:grpSpPr>
      <p:sp>
        <p:nvSpPr>
          <p:cNvPr id="86" name="Google Shape;86;p103"/>
          <p:cNvSpPr>
            <a:spLocks noGrp="1"/>
          </p:cNvSpPr>
          <p:nvPr>
            <p:ph type="pic" idx="2"/>
          </p:nvPr>
        </p:nvSpPr>
        <p:spPr>
          <a:xfrm>
            <a:off x="3" y="629920"/>
            <a:ext cx="12192000" cy="5974080"/>
          </a:xfrm>
          <a:prstGeom prst="rect">
            <a:avLst/>
          </a:prstGeom>
          <a:solidFill>
            <a:srgbClr val="F2F2F2"/>
          </a:solidFill>
          <a:ln>
            <a:noFill/>
          </a:ln>
        </p:spPr>
      </p:sp>
    </p:spTree>
    <p:extLst>
      <p:ext uri="{BB962C8B-B14F-4D97-AF65-F5344CB8AC3E}">
        <p14:creationId xmlns:p14="http://schemas.microsoft.com/office/powerpoint/2010/main" val="3922869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87"/>
        <p:cNvGrpSpPr/>
        <p:nvPr/>
      </p:nvGrpSpPr>
      <p:grpSpPr>
        <a:xfrm>
          <a:off x="0" y="0"/>
          <a:ext cx="0" cy="0"/>
          <a:chOff x="0" y="0"/>
          <a:chExt cx="0" cy="0"/>
        </a:xfrm>
      </p:grpSpPr>
      <p:sp>
        <p:nvSpPr>
          <p:cNvPr id="88" name="Google Shape;88;p104"/>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04"/>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Tree>
    <p:extLst>
      <p:ext uri="{BB962C8B-B14F-4D97-AF65-F5344CB8AC3E}">
        <p14:creationId xmlns:p14="http://schemas.microsoft.com/office/powerpoint/2010/main" val="658538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8_Diapositiva de título">
  <p:cSld name="8_Diapositiva de título">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105"/>
          <p:cNvSpPr txBox="1">
            <a:spLocks noGrp="1"/>
          </p:cNvSpPr>
          <p:nvPr>
            <p:ph type="ctrTitle"/>
          </p:nvPr>
        </p:nvSpPr>
        <p:spPr>
          <a:xfrm>
            <a:off x="556016"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05"/>
          <p:cNvSpPr txBox="1">
            <a:spLocks noGrp="1"/>
          </p:cNvSpPr>
          <p:nvPr>
            <p:ph type="subTitle" idx="1"/>
          </p:nvPr>
        </p:nvSpPr>
        <p:spPr>
          <a:xfrm>
            <a:off x="556014"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93" name="Google Shape;93;p105"/>
          <p:cNvSpPr>
            <a:spLocks noGrp="1"/>
          </p:cNvSpPr>
          <p:nvPr>
            <p:ph type="pic" idx="2"/>
          </p:nvPr>
        </p:nvSpPr>
        <p:spPr>
          <a:xfrm>
            <a:off x="6076947" y="0"/>
            <a:ext cx="6115054" cy="6858000"/>
          </a:xfrm>
          <a:prstGeom prst="rect">
            <a:avLst/>
          </a:prstGeom>
          <a:solidFill>
            <a:srgbClr val="FFF524"/>
          </a:solidFill>
          <a:ln>
            <a:noFill/>
          </a:ln>
        </p:spPr>
      </p:sp>
    </p:spTree>
    <p:extLst>
      <p:ext uri="{BB962C8B-B14F-4D97-AF65-F5344CB8AC3E}">
        <p14:creationId xmlns:p14="http://schemas.microsoft.com/office/powerpoint/2010/main" val="21934732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7_Diapositiva de título">
  <p:cSld name="7_Diapositiva de título">
    <p:bg>
      <p:bgPr>
        <a:blipFill>
          <a:blip r:embed="rId2">
            <a:alphaModFix/>
          </a:blip>
          <a:stretch>
            <a:fillRect/>
          </a:stretch>
        </a:blipFill>
        <a:effectLst/>
      </p:bgPr>
    </p:bg>
    <p:spTree>
      <p:nvGrpSpPr>
        <p:cNvPr id="1" name="Shape 94"/>
        <p:cNvGrpSpPr/>
        <p:nvPr/>
      </p:nvGrpSpPr>
      <p:grpSpPr>
        <a:xfrm>
          <a:off x="0" y="0"/>
          <a:ext cx="0" cy="0"/>
          <a:chOff x="0" y="0"/>
          <a:chExt cx="0" cy="0"/>
        </a:xfrm>
      </p:grpSpPr>
      <p:sp>
        <p:nvSpPr>
          <p:cNvPr id="95" name="Google Shape;95;p106"/>
          <p:cNvSpPr txBox="1">
            <a:spLocks noGrp="1"/>
          </p:cNvSpPr>
          <p:nvPr>
            <p:ph type="ctrTitle"/>
          </p:nvPr>
        </p:nvSpPr>
        <p:spPr>
          <a:xfrm>
            <a:off x="576347"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106"/>
          <p:cNvSpPr txBox="1">
            <a:spLocks noGrp="1"/>
          </p:cNvSpPr>
          <p:nvPr>
            <p:ph type="subTitle" idx="1"/>
          </p:nvPr>
        </p:nvSpPr>
        <p:spPr>
          <a:xfrm>
            <a:off x="576347"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97" name="Google Shape;97;p106"/>
          <p:cNvSpPr>
            <a:spLocks noGrp="1"/>
          </p:cNvSpPr>
          <p:nvPr>
            <p:ph type="pic" idx="2"/>
          </p:nvPr>
        </p:nvSpPr>
        <p:spPr>
          <a:xfrm>
            <a:off x="6076947" y="0"/>
            <a:ext cx="6115054" cy="6858000"/>
          </a:xfrm>
          <a:prstGeom prst="rect">
            <a:avLst/>
          </a:prstGeom>
          <a:solidFill>
            <a:srgbClr val="262626"/>
          </a:solidFill>
          <a:ln>
            <a:noFill/>
          </a:ln>
        </p:spPr>
      </p:sp>
    </p:spTree>
    <p:extLst>
      <p:ext uri="{BB962C8B-B14F-4D97-AF65-F5344CB8AC3E}">
        <p14:creationId xmlns:p14="http://schemas.microsoft.com/office/powerpoint/2010/main" val="37696478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y objetos">
  <p:cSld name="Título y objetos">
    <p:bg>
      <p:bgPr>
        <a:blipFill>
          <a:blip r:embed="rId2">
            <a:alphaModFix/>
          </a:blip>
          <a:stretch>
            <a:fillRect/>
          </a:stretch>
        </a:blipFill>
        <a:effectLst/>
      </p:bgPr>
    </p:bg>
    <p:spTree>
      <p:nvGrpSpPr>
        <p:cNvPr id="1" name="Shape 98"/>
        <p:cNvGrpSpPr/>
        <p:nvPr/>
      </p:nvGrpSpPr>
      <p:grpSpPr>
        <a:xfrm>
          <a:off x="0" y="0"/>
          <a:ext cx="0" cy="0"/>
          <a:chOff x="0" y="0"/>
          <a:chExt cx="0" cy="0"/>
        </a:xfrm>
      </p:grpSpPr>
      <p:sp>
        <p:nvSpPr>
          <p:cNvPr id="99" name="Google Shape;99;p107"/>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07"/>
          <p:cNvSpPr txBox="1">
            <a:spLocks noGrp="1"/>
          </p:cNvSpPr>
          <p:nvPr>
            <p:ph type="body" idx="1"/>
          </p:nvPr>
        </p:nvSpPr>
        <p:spPr>
          <a:xfrm>
            <a:off x="609600" y="1937924"/>
            <a:ext cx="10972801" cy="4188243"/>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Clr>
                <a:srgbClr val="F9D10E"/>
              </a:buClr>
              <a:buSzPts val="2000"/>
              <a:buFont typeface="Noto Sans Symbols"/>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666927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Encabezado de sección" type="secHead">
  <p:cSld name="Encabezado de sección">
    <p:spTree>
      <p:nvGrpSpPr>
        <p:cNvPr id="1" name="Shape 101"/>
        <p:cNvGrpSpPr/>
        <p:nvPr/>
      </p:nvGrpSpPr>
      <p:grpSpPr>
        <a:xfrm>
          <a:off x="0" y="0"/>
          <a:ext cx="0" cy="0"/>
          <a:chOff x="0" y="0"/>
          <a:chExt cx="0" cy="0"/>
        </a:xfrm>
      </p:grpSpPr>
      <p:sp>
        <p:nvSpPr>
          <p:cNvPr id="102" name="Google Shape;102;p108"/>
          <p:cNvSpPr txBox="1">
            <a:spLocks noGrp="1"/>
          </p:cNvSpPr>
          <p:nvPr>
            <p:ph type="title"/>
          </p:nvPr>
        </p:nvSpPr>
        <p:spPr>
          <a:xfrm>
            <a:off x="963084" y="4406902"/>
            <a:ext cx="10363200" cy="1362075"/>
          </a:xfrm>
          <a:prstGeom prst="rect">
            <a:avLst/>
          </a:prstGeom>
          <a:noFill/>
          <a:ln>
            <a:noFill/>
          </a:ln>
        </p:spPr>
        <p:txBody>
          <a:bodyPr spcFirstLastPara="1" wrap="square" lIns="121875" tIns="60925" rIns="121875" bIns="60925" anchor="t" anchorCtr="0">
            <a:normAutofit/>
          </a:bodyPr>
          <a:lstStyle>
            <a:lvl1pPr lvl="0" algn="l">
              <a:spcBef>
                <a:spcPts val="0"/>
              </a:spcBef>
              <a:spcAft>
                <a:spcPts val="0"/>
              </a:spcAft>
              <a:buClr>
                <a:srgbClr val="333333"/>
              </a:buClr>
              <a:buSzPts val="5300"/>
              <a:buFont typeface="Arial"/>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108"/>
          <p:cNvSpPr txBox="1">
            <a:spLocks noGrp="1"/>
          </p:cNvSpPr>
          <p:nvPr>
            <p:ph type="body" idx="1"/>
          </p:nvPr>
        </p:nvSpPr>
        <p:spPr>
          <a:xfrm>
            <a:off x="963084" y="2906713"/>
            <a:ext cx="10363200" cy="1500187"/>
          </a:xfrm>
          <a:prstGeom prst="rect">
            <a:avLst/>
          </a:prstGeom>
          <a:noFill/>
          <a:ln>
            <a:noFill/>
          </a:ln>
        </p:spPr>
        <p:txBody>
          <a:bodyPr spcFirstLastPara="1" wrap="square" lIns="121875" tIns="60925" rIns="121875" bIns="60925" anchor="b" anchorCtr="0">
            <a:normAutofit/>
          </a:bodyPr>
          <a:lstStyle>
            <a:lvl1pPr marL="457200" lvl="0" indent="-228600" algn="l">
              <a:spcBef>
                <a:spcPts val="540"/>
              </a:spcBef>
              <a:spcAft>
                <a:spcPts val="0"/>
              </a:spcAft>
              <a:buSzPts val="2700"/>
              <a:buNone/>
              <a:defRPr sz="2700">
                <a:solidFill>
                  <a:srgbClr val="888888"/>
                </a:solidFill>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extLst>
      <p:ext uri="{BB962C8B-B14F-4D97-AF65-F5344CB8AC3E}">
        <p14:creationId xmlns:p14="http://schemas.microsoft.com/office/powerpoint/2010/main" val="14527065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En blanco" type="blank">
  <p:cSld name="En blanco">
    <p:spTree>
      <p:nvGrpSpPr>
        <p:cNvPr id="1" name="Shape 104"/>
        <p:cNvGrpSpPr/>
        <p:nvPr/>
      </p:nvGrpSpPr>
      <p:grpSpPr>
        <a:xfrm>
          <a:off x="0" y="0"/>
          <a:ext cx="0" cy="0"/>
          <a:chOff x="0" y="0"/>
          <a:chExt cx="0" cy="0"/>
        </a:xfrm>
      </p:grpSpPr>
    </p:spTree>
    <p:extLst>
      <p:ext uri="{BB962C8B-B14F-4D97-AF65-F5344CB8AC3E}">
        <p14:creationId xmlns:p14="http://schemas.microsoft.com/office/powerpoint/2010/main" val="14312877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1_Diapositiva de título">
  <p:cSld name="11_Diapositiva de título">
    <p:bg>
      <p:bgPr>
        <a:blipFill>
          <a:blip r:embed="rId2">
            <a:alphaModFix/>
          </a:blip>
          <a:stretch>
            <a:fillRect/>
          </a:stretch>
        </a:blipFill>
        <a:effectLst/>
      </p:bgPr>
    </p:bg>
    <p:spTree>
      <p:nvGrpSpPr>
        <p:cNvPr id="1" name="Shape 105"/>
        <p:cNvGrpSpPr/>
        <p:nvPr/>
      </p:nvGrpSpPr>
      <p:grpSpPr>
        <a:xfrm>
          <a:off x="0" y="0"/>
          <a:ext cx="0" cy="0"/>
          <a:chOff x="0" y="0"/>
          <a:chExt cx="0" cy="0"/>
        </a:xfrm>
      </p:grpSpPr>
      <p:sp>
        <p:nvSpPr>
          <p:cNvPr id="106" name="Google Shape;106;p110"/>
          <p:cNvSpPr txBox="1">
            <a:spLocks noGrp="1"/>
          </p:cNvSpPr>
          <p:nvPr>
            <p:ph type="ctrTitle"/>
          </p:nvPr>
        </p:nvSpPr>
        <p:spPr>
          <a:xfrm>
            <a:off x="6385949" y="959155"/>
            <a:ext cx="5125662"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110"/>
          <p:cNvSpPr txBox="1">
            <a:spLocks noGrp="1"/>
          </p:cNvSpPr>
          <p:nvPr>
            <p:ph type="subTitle" idx="1"/>
          </p:nvPr>
        </p:nvSpPr>
        <p:spPr>
          <a:xfrm>
            <a:off x="6385949" y="1937924"/>
            <a:ext cx="5125662"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08" name="Google Shape;108;p110"/>
          <p:cNvSpPr>
            <a:spLocks noGrp="1"/>
          </p:cNvSpPr>
          <p:nvPr>
            <p:ph type="pic" idx="2"/>
          </p:nvPr>
        </p:nvSpPr>
        <p:spPr>
          <a:xfrm>
            <a:off x="1" y="0"/>
            <a:ext cx="6096001" cy="6858000"/>
          </a:xfrm>
          <a:prstGeom prst="rect">
            <a:avLst/>
          </a:prstGeom>
          <a:solidFill>
            <a:srgbClr val="FFF524"/>
          </a:solidFill>
          <a:ln>
            <a:noFill/>
          </a:ln>
        </p:spPr>
      </p:sp>
    </p:spTree>
    <p:extLst>
      <p:ext uri="{BB962C8B-B14F-4D97-AF65-F5344CB8AC3E}">
        <p14:creationId xmlns:p14="http://schemas.microsoft.com/office/powerpoint/2010/main" val="33585742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3_Diapositiva de título">
  <p:cSld name="13_Diapositiva de título">
    <p:bg>
      <p:bgPr>
        <a:blipFill>
          <a:blip r:embed="rId2">
            <a:alphaModFix/>
          </a:blip>
          <a:stretch>
            <a:fillRect/>
          </a:stretch>
        </a:blipFill>
        <a:effectLst/>
      </p:bgPr>
    </p:bg>
    <p:spTree>
      <p:nvGrpSpPr>
        <p:cNvPr id="1" name="Shape 109"/>
        <p:cNvGrpSpPr/>
        <p:nvPr/>
      </p:nvGrpSpPr>
      <p:grpSpPr>
        <a:xfrm>
          <a:off x="0" y="0"/>
          <a:ext cx="0" cy="0"/>
          <a:chOff x="0" y="0"/>
          <a:chExt cx="0" cy="0"/>
        </a:xfrm>
      </p:grpSpPr>
      <p:sp>
        <p:nvSpPr>
          <p:cNvPr id="110" name="Google Shape;110;p111"/>
          <p:cNvSpPr txBox="1">
            <a:spLocks noGrp="1"/>
          </p:cNvSpPr>
          <p:nvPr>
            <p:ph type="ctrTitle"/>
          </p:nvPr>
        </p:nvSpPr>
        <p:spPr>
          <a:xfrm>
            <a:off x="4471331" y="959155"/>
            <a:ext cx="7040280"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11"/>
          <p:cNvSpPr txBox="1">
            <a:spLocks noGrp="1"/>
          </p:cNvSpPr>
          <p:nvPr>
            <p:ph type="subTitle" idx="1"/>
          </p:nvPr>
        </p:nvSpPr>
        <p:spPr>
          <a:xfrm>
            <a:off x="4471331" y="1937924"/>
            <a:ext cx="7040280"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12" name="Google Shape;112;p111"/>
          <p:cNvSpPr>
            <a:spLocks noGrp="1"/>
          </p:cNvSpPr>
          <p:nvPr>
            <p:ph type="pic" idx="2"/>
          </p:nvPr>
        </p:nvSpPr>
        <p:spPr>
          <a:xfrm>
            <a:off x="2" y="0"/>
            <a:ext cx="4063998" cy="6858000"/>
          </a:xfrm>
          <a:prstGeom prst="rect">
            <a:avLst/>
          </a:prstGeom>
          <a:solidFill>
            <a:srgbClr val="FFF524"/>
          </a:solidFill>
          <a:ln>
            <a:noFill/>
          </a:ln>
        </p:spPr>
      </p:sp>
    </p:spTree>
    <p:extLst>
      <p:ext uri="{BB962C8B-B14F-4D97-AF65-F5344CB8AC3E}">
        <p14:creationId xmlns:p14="http://schemas.microsoft.com/office/powerpoint/2010/main" val="1587734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theme" Target="../theme/theme2.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5AE6051-32FF-9B4B-B8E1-B1B809D7E4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39767A2E-8FAB-BB4B-9A05-168157186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pie de página 4">
            <a:extLst>
              <a:ext uri="{FF2B5EF4-FFF2-40B4-BE49-F238E27FC236}">
                <a16:creationId xmlns:a16="http://schemas.microsoft.com/office/drawing/2014/main" id="{5BF5AF6E-72CF-6D4E-A31F-6F9A57F78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8E5971B2-3F52-F143-AE1E-D26F210EE4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65D1F1-27F4-134E-B4D6-D52A6905F80A}" type="slidenum">
              <a:rPr lang="es-MX" smtClean="0"/>
              <a:t>‹Nº›</a:t>
            </a:fld>
            <a:endParaRPr lang="es-MX"/>
          </a:p>
        </p:txBody>
      </p:sp>
      <p:pic>
        <p:nvPicPr>
          <p:cNvPr id="7" name="Imagen 12">
            <a:extLst>
              <a:ext uri="{FF2B5EF4-FFF2-40B4-BE49-F238E27FC236}">
                <a16:creationId xmlns:a16="http://schemas.microsoft.com/office/drawing/2014/main" id="{E1019451-1A6D-D846-8CFD-482E64F66F0F}"/>
              </a:ext>
            </a:extLst>
          </p:cNvPr>
          <p:cNvPicPr>
            <a:picLocks noChangeAspect="1"/>
          </p:cNvPicPr>
          <p:nvPr userDrawn="1"/>
        </p:nvPicPr>
        <p:blipFill>
          <a:blip r:embed="rId16"/>
          <a:stretch>
            <a:fillRect/>
          </a:stretch>
        </p:blipFill>
        <p:spPr>
          <a:xfrm>
            <a:off x="0" y="6141150"/>
            <a:ext cx="6095999" cy="746830"/>
          </a:xfrm>
          <a:prstGeom prst="rect">
            <a:avLst/>
          </a:prstGeom>
        </p:spPr>
      </p:pic>
      <p:sp>
        <p:nvSpPr>
          <p:cNvPr id="8" name="CuadroTexto 7">
            <a:extLst>
              <a:ext uri="{FF2B5EF4-FFF2-40B4-BE49-F238E27FC236}">
                <a16:creationId xmlns:a16="http://schemas.microsoft.com/office/drawing/2014/main" id="{8DAD3721-C012-4354-956D-A9ADF6967E36}"/>
              </a:ext>
            </a:extLst>
          </p:cNvPr>
          <p:cNvSpPr txBox="1"/>
          <p:nvPr userDrawn="1"/>
        </p:nvSpPr>
        <p:spPr>
          <a:xfrm>
            <a:off x="9834933" y="-34394"/>
            <a:ext cx="2574075"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 Dr. Juan Baldemar Garza V</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Derechos reservados 2026</a:t>
            </a:r>
          </a:p>
        </p:txBody>
      </p:sp>
    </p:spTree>
    <p:extLst>
      <p:ext uri="{BB962C8B-B14F-4D97-AF65-F5344CB8AC3E}">
        <p14:creationId xmlns:p14="http://schemas.microsoft.com/office/powerpoint/2010/main" val="2812484659"/>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721"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27">
            <a:alphaModFix/>
          </a:blip>
          <a:stretch>
            <a:fillRect/>
          </a:stretch>
        </a:blipFill>
        <a:effectLst/>
      </p:bgPr>
    </p:bg>
    <p:spTree>
      <p:nvGrpSpPr>
        <p:cNvPr id="1" name="Shape 9"/>
        <p:cNvGrpSpPr/>
        <p:nvPr/>
      </p:nvGrpSpPr>
      <p:grpSpPr>
        <a:xfrm>
          <a:off x="0" y="0"/>
          <a:ext cx="0" cy="0"/>
          <a:chOff x="0" y="0"/>
          <a:chExt cx="0" cy="0"/>
        </a:xfrm>
      </p:grpSpPr>
      <p:sp>
        <p:nvSpPr>
          <p:cNvPr id="10" name="Google Shape;10;p84"/>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marR="0" lvl="0" algn="ctr" rtl="0">
              <a:spcBef>
                <a:spcPts val="0"/>
              </a:spcBef>
              <a:spcAft>
                <a:spcPts val="0"/>
              </a:spcAft>
              <a:buClr>
                <a:srgbClr val="333333"/>
              </a:buClr>
              <a:buSzPts val="4400"/>
              <a:buFont typeface="Arial"/>
              <a:buNone/>
              <a:defRPr sz="4400" b="1" i="0" u="none" strike="noStrike" cap="non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4"/>
          <p:cNvSpPr txBox="1">
            <a:spLocks noGrp="1"/>
          </p:cNvSpPr>
          <p:nvPr>
            <p:ph type="body" idx="1"/>
          </p:nvPr>
        </p:nvSpPr>
        <p:spPr>
          <a:xfrm>
            <a:off x="609600" y="1937924"/>
            <a:ext cx="10972801" cy="4188243"/>
          </a:xfrm>
          <a:prstGeom prst="rect">
            <a:avLst/>
          </a:prstGeom>
          <a:noFill/>
          <a:ln>
            <a:noFill/>
          </a:ln>
        </p:spPr>
        <p:txBody>
          <a:bodyPr spcFirstLastPara="1" wrap="square" lIns="121875" tIns="60925" rIns="121875" bIns="60925" anchor="t" anchorCtr="0">
            <a:normAutofit/>
          </a:bodyPr>
          <a:lstStyle>
            <a:lvl1pPr marL="457200" marR="0" lvl="0" indent="-355600" algn="l" rtl="0">
              <a:spcBef>
                <a:spcPts val="400"/>
              </a:spcBef>
              <a:spcAft>
                <a:spcPts val="0"/>
              </a:spcAft>
              <a:buClr>
                <a:srgbClr val="78288C"/>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rgbClr val="FFF500"/>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endParaRPr/>
          </a:p>
        </p:txBody>
      </p:sp>
      <p:sp>
        <p:nvSpPr>
          <p:cNvPr id="12" name="Google Shape;12;p84"/>
          <p:cNvSpPr txBox="1"/>
          <p:nvPr/>
        </p:nvSpPr>
        <p:spPr>
          <a:xfrm>
            <a:off x="1" y="6642342"/>
            <a:ext cx="2814316" cy="200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700" b="0" i="0" u="none" strike="noStrike" cap="none">
                <a:solidFill>
                  <a:srgbClr val="A5A5A5"/>
                </a:solidFill>
                <a:latin typeface="Arial"/>
                <a:ea typeface="Arial"/>
                <a:cs typeface="Arial"/>
                <a:sym typeface="Arial"/>
              </a:rPr>
              <a:t>© DERECHOS RESERVADOS UNIVERSIDAD DE MONTERREY</a:t>
            </a:r>
            <a:endParaRPr sz="1800"/>
          </a:p>
        </p:txBody>
      </p:sp>
      <p:sp>
        <p:nvSpPr>
          <p:cNvPr id="13" name="Google Shape;13;p84"/>
          <p:cNvSpPr txBox="1"/>
          <p:nvPr/>
        </p:nvSpPr>
        <p:spPr>
          <a:xfrm>
            <a:off x="11376743" y="6611566"/>
            <a:ext cx="815258" cy="26160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it-IT" sz="1100" b="0" i="0" u="none" strike="noStrike" cap="none">
                <a:solidFill>
                  <a:srgbClr val="7F7F7F"/>
                </a:solidFill>
                <a:latin typeface="Arial"/>
                <a:ea typeface="Arial"/>
                <a:cs typeface="Arial"/>
                <a:sym typeface="Arial"/>
              </a:rPr>
              <a:pPr marL="0" marR="0" lvl="0" indent="0" algn="r" rtl="0">
                <a:spcBef>
                  <a:spcPts val="0"/>
                </a:spcBef>
                <a:spcAft>
                  <a:spcPts val="0"/>
                </a:spcAft>
                <a:buNone/>
              </a:pPr>
              <a:t>‹Nº›</a:t>
            </a:fld>
            <a:endParaRPr sz="1100" b="0" i="0" u="none" strike="noStrike" cap="none">
              <a:solidFill>
                <a:srgbClr val="7F7F7F"/>
              </a:solidFill>
              <a:latin typeface="Arial"/>
              <a:ea typeface="Arial"/>
              <a:cs typeface="Arial"/>
              <a:sym typeface="Arial"/>
            </a:endParaRPr>
          </a:p>
        </p:txBody>
      </p:sp>
    </p:spTree>
    <p:extLst>
      <p:ext uri="{BB962C8B-B14F-4D97-AF65-F5344CB8AC3E}">
        <p14:creationId xmlns:p14="http://schemas.microsoft.com/office/powerpoint/2010/main" val="436182210"/>
      </p:ext>
    </p:extLst>
  </p:cSld>
  <p:clrMap bg1="lt1" tx1="dk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2" r:id="rId8"/>
    <p:sldLayoutId id="2147483703"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8" name="Marcador de texto 1">
            <a:extLst>
              <a:ext uri="{FF2B5EF4-FFF2-40B4-BE49-F238E27FC236}">
                <a16:creationId xmlns:a16="http://schemas.microsoft.com/office/drawing/2014/main" id="{6F69719F-B238-4C94-B7CC-04B6CD85301D}"/>
              </a:ext>
            </a:extLst>
          </p:cNvPr>
          <p:cNvSpPr txBox="1">
            <a:spLocks/>
          </p:cNvSpPr>
          <p:nvPr/>
        </p:nvSpPr>
        <p:spPr>
          <a:xfrm>
            <a:off x="2090254" y="603250"/>
            <a:ext cx="5946058" cy="4691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endParaRPr>
          </a:p>
          <a:p>
            <a:pPr marL="0" indent="0" algn="ctr">
              <a:buNone/>
            </a:pPr>
            <a:r>
              <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Diplomado </a:t>
            </a:r>
          </a:p>
          <a:p>
            <a:pPr marL="0" indent="0" algn="ctr">
              <a:buNone/>
            </a:pPr>
            <a:r>
              <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de Analítica y </a:t>
            </a:r>
          </a:p>
          <a:p>
            <a:pPr marL="0" indent="0" algn="ctr">
              <a:buNone/>
            </a:pPr>
            <a:r>
              <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Ciencia de Datos</a:t>
            </a:r>
          </a:p>
          <a:p>
            <a:pPr marL="0" indent="0" algn="ctr">
              <a:buNone/>
            </a:pPr>
            <a:endPar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endParaRPr>
          </a:p>
          <a:p>
            <a:pPr marL="0" indent="0" algn="ctr">
              <a:buNone/>
            </a:pPr>
            <a:r>
              <a:rPr lang="es-MX"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Dr. Juan Baldemar Garza Villegas</a:t>
            </a:r>
            <a:endParaRPr lang="es-MX" sz="2000" b="1" dirty="0">
              <a:solidFill>
                <a:srgbClr val="9E1F63"/>
              </a:solidFill>
              <a:latin typeface="Arial" panose="020B0604020202020204" pitchFamily="34" charset="0"/>
              <a:ea typeface="Roboto" panose="02000000000000000000" pitchFamily="2" charset="0"/>
              <a:cs typeface="Arial" panose="020B0604020202020204" pitchFamily="34" charset="0"/>
            </a:endParaRPr>
          </a:p>
          <a:p>
            <a:pPr marL="0" indent="0" algn="ctr">
              <a:buNone/>
            </a:pPr>
            <a:r>
              <a:rPr lang="es-MX" sz="2000" b="1" dirty="0">
                <a:solidFill>
                  <a:srgbClr val="FFFF00"/>
                </a:solidFill>
                <a:latin typeface="Arial" panose="020B0604020202020204" pitchFamily="34" charset="0"/>
                <a:ea typeface="Roboto" panose="02000000000000000000" pitchFamily="2" charset="0"/>
                <a:cs typeface="Arial" panose="020B0604020202020204" pitchFamily="34" charset="0"/>
              </a:rPr>
              <a:t>juan.garza@udem.edu</a:t>
            </a:r>
            <a:br>
              <a:rPr lang="es-MX" sz="2000" b="1" dirty="0">
                <a:solidFill>
                  <a:srgbClr val="FFFF00"/>
                </a:solidFill>
                <a:latin typeface="Arial" panose="020B0604020202020204" pitchFamily="34" charset="0"/>
                <a:ea typeface="Roboto" panose="02000000000000000000" pitchFamily="2" charset="0"/>
                <a:cs typeface="Arial" panose="020B0604020202020204" pitchFamily="34" charset="0"/>
              </a:rPr>
            </a:br>
            <a:endParaRPr lang="en-US" dirty="0">
              <a:solidFill>
                <a:srgbClr val="FFFF00"/>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260;p26">
            <a:extLst>
              <a:ext uri="{FF2B5EF4-FFF2-40B4-BE49-F238E27FC236}">
                <a16:creationId xmlns:a16="http://schemas.microsoft.com/office/drawing/2014/main" id="{03E97F3D-E088-4133-A30D-5E00CC9CDF48}"/>
              </a:ext>
            </a:extLst>
          </p:cNvPr>
          <p:cNvSpPr txBox="1">
            <a:spLocks/>
          </p:cNvSpPr>
          <p:nvPr/>
        </p:nvSpPr>
        <p:spPr>
          <a:xfrm>
            <a:off x="609851" y="1487987"/>
            <a:ext cx="10375900" cy="3139537"/>
          </a:xfrm>
          <a:prstGeom prst="rect">
            <a:avLst/>
          </a:prstGeom>
        </p:spPr>
        <p:txBody>
          <a:bodyPr spcFirstLastPara="1" vert="horz" lIns="34285" tIns="17138" rIns="34285" bIns="17138" rtlCol="0">
            <a:normAutofit fontScale="92500" lnSpcReduction="10000"/>
          </a:bodyPr>
          <a:lstStyle>
            <a:lvl1pPr marL="457109" indent="-457109" algn="l" defTabSz="1828434" rtl="0" eaLnBrk="1" latinLnBrk="0" hangingPunct="1">
              <a:lnSpc>
                <a:spcPct val="90000"/>
              </a:lnSpc>
              <a:spcBef>
                <a:spcPts val="2000"/>
              </a:spcBef>
              <a:buFont typeface="Arial" panose="020B0604020202020204" pitchFamily="34" charset="0"/>
              <a:buChar char="•"/>
              <a:defRPr lang="en-US" sz="4800" kern="1200" dirty="0" smtClean="0">
                <a:solidFill>
                  <a:schemeClr val="tx1"/>
                </a:solidFill>
                <a:effectLst/>
                <a:latin typeface="Roboto Regular"/>
                <a:ea typeface="+mn-ea"/>
                <a:cs typeface="Roboto Regular"/>
              </a:defRPr>
            </a:lvl1pPr>
            <a:lvl2pPr marL="1371326" indent="-457109" algn="l" defTabSz="1828434" rtl="0" eaLnBrk="1" latinLnBrk="0" hangingPunct="1">
              <a:lnSpc>
                <a:spcPct val="90000"/>
              </a:lnSpc>
              <a:spcBef>
                <a:spcPts val="1000"/>
              </a:spcBef>
              <a:buFont typeface="Arial" panose="020B0604020202020204" pitchFamily="34" charset="0"/>
              <a:buChar char="•"/>
              <a:defRPr lang="en-US" sz="4000" kern="1200" dirty="0" smtClean="0">
                <a:solidFill>
                  <a:schemeClr val="tx1"/>
                </a:solidFill>
                <a:effectLst/>
                <a:latin typeface="Roboto Regular"/>
                <a:ea typeface="+mn-ea"/>
                <a:cs typeface="Roboto Regular"/>
              </a:defRPr>
            </a:lvl2pPr>
            <a:lvl3pPr marL="2285543" indent="-457109" algn="l" defTabSz="1828434" rtl="0" eaLnBrk="1" latinLnBrk="0" hangingPunct="1">
              <a:lnSpc>
                <a:spcPct val="90000"/>
              </a:lnSpc>
              <a:spcBef>
                <a:spcPts val="1000"/>
              </a:spcBef>
              <a:buFont typeface="Arial" panose="020B0604020202020204" pitchFamily="34" charset="0"/>
              <a:buChar char="•"/>
              <a:defRPr lang="en-US" sz="3600" kern="1200" dirty="0" smtClean="0">
                <a:solidFill>
                  <a:schemeClr val="tx1"/>
                </a:solidFill>
                <a:effectLst/>
                <a:latin typeface="Roboto Regular"/>
                <a:ea typeface="+mn-ea"/>
                <a:cs typeface="Roboto Regular"/>
              </a:defRPr>
            </a:lvl3pPr>
            <a:lvl4pPr marL="3199760" indent="-457109" algn="l" defTabSz="1828434" rtl="0" eaLnBrk="1" latinLnBrk="0" hangingPunct="1">
              <a:lnSpc>
                <a:spcPct val="90000"/>
              </a:lnSpc>
              <a:spcBef>
                <a:spcPts val="1000"/>
              </a:spcBef>
              <a:buFont typeface="Arial" panose="020B0604020202020204" pitchFamily="34" charset="0"/>
              <a:buChar char="•"/>
              <a:defRPr lang="en-US" sz="3200" kern="1200" dirty="0" smtClean="0">
                <a:solidFill>
                  <a:schemeClr val="tx1"/>
                </a:solidFill>
                <a:effectLst/>
                <a:latin typeface="Roboto Regular"/>
                <a:ea typeface="+mn-ea"/>
                <a:cs typeface="Roboto Regular"/>
              </a:defRPr>
            </a:lvl4pPr>
            <a:lvl5pPr marL="4113977" indent="-457109" algn="l" defTabSz="1828434" rtl="0" eaLnBrk="1" latinLnBrk="0" hangingPunct="1">
              <a:lnSpc>
                <a:spcPct val="90000"/>
              </a:lnSpc>
              <a:spcBef>
                <a:spcPts val="1000"/>
              </a:spcBef>
              <a:buFont typeface="Arial" panose="020B0604020202020204" pitchFamily="34" charset="0"/>
              <a:buChar char="•"/>
              <a:defRPr lang="en-US" sz="3200" kern="1200" dirty="0">
                <a:solidFill>
                  <a:schemeClr val="tx1"/>
                </a:solidFill>
                <a:effectLst/>
                <a:latin typeface="Roboto Regular"/>
                <a:ea typeface="+mn-ea"/>
                <a:cs typeface="Roboto Regular"/>
              </a:defRPr>
            </a:lvl5pPr>
            <a:lvl6pPr marL="5028194"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1"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128588">
              <a:spcBef>
                <a:spcPts val="0"/>
              </a:spcBef>
              <a:buSzPts val="3200"/>
              <a:defRPr/>
            </a:pPr>
            <a:r>
              <a:rPr lang="es-MX" sz="3000" dirty="0" err="1">
                <a:solidFill>
                  <a:schemeClr val="bg2">
                    <a:lumMod val="10000"/>
                  </a:schemeClr>
                </a:solidFill>
              </a:rPr>
              <a:t>Practitioner</a:t>
            </a:r>
            <a:r>
              <a:rPr lang="es-MX" sz="3000" dirty="0">
                <a:solidFill>
                  <a:schemeClr val="bg2">
                    <a:lumMod val="10000"/>
                  </a:schemeClr>
                </a:solidFill>
              </a:rPr>
              <a:t>….</a:t>
            </a:r>
          </a:p>
          <a:p>
            <a:pPr marL="0" indent="0" algn="r">
              <a:spcBef>
                <a:spcPts val="240"/>
              </a:spcBef>
              <a:buSzPts val="3200"/>
              <a:buNone/>
              <a:defRPr/>
            </a:pPr>
            <a:r>
              <a:rPr lang="es-MX" sz="3000" dirty="0">
                <a:solidFill>
                  <a:schemeClr val="bg2">
                    <a:lumMod val="10000"/>
                  </a:schemeClr>
                </a:solidFill>
              </a:rPr>
              <a:t>…. </a:t>
            </a:r>
            <a:r>
              <a:rPr lang="es-MX" sz="3000" i="1" dirty="0">
                <a:solidFill>
                  <a:schemeClr val="bg2">
                    <a:lumMod val="10000"/>
                  </a:schemeClr>
                </a:solidFill>
              </a:rPr>
              <a:t>Y académico</a:t>
            </a:r>
            <a:r>
              <a:rPr lang="es-MX" sz="3000" dirty="0">
                <a:solidFill>
                  <a:schemeClr val="bg2">
                    <a:lumMod val="10000"/>
                  </a:schemeClr>
                </a:solidFill>
              </a:rPr>
              <a:t>….</a:t>
            </a:r>
          </a:p>
          <a:p>
            <a:pPr marL="0" indent="0" algn="r">
              <a:spcBef>
                <a:spcPts val="240"/>
              </a:spcBef>
              <a:buSzPts val="3200"/>
              <a:buNone/>
              <a:defRPr/>
            </a:pPr>
            <a:endParaRPr lang="es-MX" sz="3000" dirty="0">
              <a:solidFill>
                <a:schemeClr val="bg2">
                  <a:lumMod val="10000"/>
                </a:schemeClr>
              </a:solidFill>
            </a:endParaRPr>
          </a:p>
          <a:p>
            <a:pPr marL="0" indent="0" algn="r">
              <a:spcBef>
                <a:spcPts val="240"/>
              </a:spcBef>
              <a:buSzPts val="3200"/>
              <a:buNone/>
              <a:defRPr/>
            </a:pPr>
            <a:r>
              <a:rPr lang="es-MX" sz="3000" dirty="0">
                <a:solidFill>
                  <a:schemeClr val="bg2">
                    <a:lumMod val="10000"/>
                  </a:schemeClr>
                </a:solidFill>
              </a:rPr>
              <a:t>… Interesado en la Mejora Continua, Ciencia de Datos, Tecnología, Estrategia  4.0 y…..</a:t>
            </a:r>
          </a:p>
          <a:p>
            <a:pPr marL="0" indent="0" algn="r">
              <a:spcBef>
                <a:spcPts val="240"/>
              </a:spcBef>
              <a:buSzPts val="3200"/>
              <a:buNone/>
              <a:defRPr/>
            </a:pPr>
            <a:endParaRPr lang="es-MX" sz="3000" dirty="0">
              <a:solidFill>
                <a:schemeClr val="bg2">
                  <a:lumMod val="10000"/>
                </a:schemeClr>
              </a:solidFill>
            </a:endParaRPr>
          </a:p>
          <a:p>
            <a:pPr marL="0" indent="0" algn="r">
              <a:spcBef>
                <a:spcPts val="240"/>
              </a:spcBef>
              <a:buSzPts val="3200"/>
              <a:buNone/>
              <a:defRPr/>
            </a:pPr>
            <a:endParaRPr lang="es-MX" sz="3000" dirty="0">
              <a:solidFill>
                <a:schemeClr val="bg2">
                  <a:lumMod val="10000"/>
                </a:schemeClr>
              </a:solidFill>
            </a:endParaRPr>
          </a:p>
          <a:p>
            <a:pPr marL="0" indent="0">
              <a:spcBef>
                <a:spcPts val="240"/>
              </a:spcBef>
              <a:buSzPts val="3200"/>
              <a:buNone/>
              <a:defRPr/>
            </a:pPr>
            <a:r>
              <a:rPr lang="es-MX" sz="3000" dirty="0">
                <a:solidFill>
                  <a:schemeClr val="bg2">
                    <a:lumMod val="10000"/>
                  </a:schemeClr>
                </a:solidFill>
              </a:rPr>
              <a:t>… MEJORES EMPRESAS…</a:t>
            </a:r>
          </a:p>
        </p:txBody>
      </p:sp>
    </p:spTree>
    <p:extLst>
      <p:ext uri="{BB962C8B-B14F-4D97-AF65-F5344CB8AC3E}">
        <p14:creationId xmlns:p14="http://schemas.microsoft.com/office/powerpoint/2010/main" val="23743119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22B0-BB6D-7492-B718-4F1EA9791879}"/>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F6691F7-383A-AEC4-DE20-4288BE12DFAD}"/>
              </a:ext>
            </a:extLst>
          </p:cNvPr>
          <p:cNvSpPr>
            <a:spLocks noGrp="1"/>
          </p:cNvSpPr>
          <p:nvPr>
            <p:ph type="pic" sz="quarter" idx="13"/>
          </p:nvPr>
        </p:nvSpPr>
        <p:spPr>
          <a:solidFill>
            <a:schemeClr val="bg1"/>
          </a:solidFill>
        </p:spPr>
        <p:txBody>
          <a:bodyPr/>
          <a:lstStyle/>
          <a:p>
            <a:endParaRPr lang="es-MX"/>
          </a:p>
        </p:txBody>
      </p:sp>
      <p:sp>
        <p:nvSpPr>
          <p:cNvPr id="44" name="Line 5">
            <a:extLst>
              <a:ext uri="{FF2B5EF4-FFF2-40B4-BE49-F238E27FC236}">
                <a16:creationId xmlns:a16="http://schemas.microsoft.com/office/drawing/2014/main" id="{29E1A0C5-273B-B952-B6FE-F85C0F7BED51}"/>
              </a:ext>
            </a:extLst>
          </p:cNvPr>
          <p:cNvSpPr>
            <a:spLocks noChangeShapeType="1"/>
          </p:cNvSpPr>
          <p:nvPr/>
        </p:nvSpPr>
        <p:spPr bwMode="auto">
          <a:xfrm>
            <a:off x="748577" y="-874184"/>
            <a:ext cx="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121899" tIns="60950" rIns="121899" bIns="60950" numCol="1" anchor="t" anchorCtr="0" compatLnSpc="1">
            <a:prstTxWarp prst="textNoShape">
              <a:avLst/>
            </a:prstTxWarp>
          </a:bodyPr>
          <a:lstStyle/>
          <a:p>
            <a:endParaRPr lang="en-US" sz="900">
              <a:latin typeface="Roboto Light" charset="0"/>
            </a:endParaRPr>
          </a:p>
        </p:txBody>
      </p:sp>
      <p:sp>
        <p:nvSpPr>
          <p:cNvPr id="45" name="Line 6">
            <a:extLst>
              <a:ext uri="{FF2B5EF4-FFF2-40B4-BE49-F238E27FC236}">
                <a16:creationId xmlns:a16="http://schemas.microsoft.com/office/drawing/2014/main" id="{EBD07369-1641-5479-51AD-E122FE090D2E}"/>
              </a:ext>
            </a:extLst>
          </p:cNvPr>
          <p:cNvSpPr>
            <a:spLocks noChangeShapeType="1"/>
          </p:cNvSpPr>
          <p:nvPr/>
        </p:nvSpPr>
        <p:spPr bwMode="auto">
          <a:xfrm>
            <a:off x="748577" y="-874184"/>
            <a:ext cx="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121899" tIns="60950" rIns="121899" bIns="60950" numCol="1" anchor="t" anchorCtr="0" compatLnSpc="1">
            <a:prstTxWarp prst="textNoShape">
              <a:avLst/>
            </a:prstTxWarp>
          </a:bodyPr>
          <a:lstStyle/>
          <a:p>
            <a:endParaRPr lang="en-US" sz="900">
              <a:latin typeface="Roboto Light" charset="0"/>
            </a:endParaRPr>
          </a:p>
        </p:txBody>
      </p:sp>
      <p:sp>
        <p:nvSpPr>
          <p:cNvPr id="190" name="Freeform 189">
            <a:extLst>
              <a:ext uri="{FF2B5EF4-FFF2-40B4-BE49-F238E27FC236}">
                <a16:creationId xmlns:a16="http://schemas.microsoft.com/office/drawing/2014/main" id="{61E67829-0C1D-F958-F8A5-BB5716B8786B}"/>
              </a:ext>
            </a:extLst>
          </p:cNvPr>
          <p:cNvSpPr/>
          <p:nvPr/>
        </p:nvSpPr>
        <p:spPr>
          <a:xfrm>
            <a:off x="4578032" y="-1690"/>
            <a:ext cx="7635241" cy="6859690"/>
          </a:xfrm>
          <a:custGeom>
            <a:avLst/>
            <a:gdLst>
              <a:gd name="connsiteX0" fmla="*/ 2483124 w 5460510"/>
              <a:gd name="connsiteY0" fmla="*/ 0 h 5143500"/>
              <a:gd name="connsiteX1" fmla="*/ 3448297 w 5460510"/>
              <a:gd name="connsiteY1" fmla="*/ 0 h 5143500"/>
              <a:gd name="connsiteX2" fmla="*/ 4717679 w 5460510"/>
              <a:gd name="connsiteY2" fmla="*/ 0 h 5143500"/>
              <a:gd name="connsiteX3" fmla="*/ 4741319 w 5460510"/>
              <a:gd name="connsiteY3" fmla="*/ 0 h 5143500"/>
              <a:gd name="connsiteX4" fmla="*/ 5318193 w 5460510"/>
              <a:gd name="connsiteY4" fmla="*/ 0 h 5143500"/>
              <a:gd name="connsiteX5" fmla="*/ 5460510 w 5460510"/>
              <a:gd name="connsiteY5" fmla="*/ 0 h 5143500"/>
              <a:gd name="connsiteX6" fmla="*/ 5460510 w 5460510"/>
              <a:gd name="connsiteY6" fmla="*/ 5143500 h 5143500"/>
              <a:gd name="connsiteX7" fmla="*/ 5318193 w 5460510"/>
              <a:gd name="connsiteY7" fmla="*/ 5143500 h 5143500"/>
              <a:gd name="connsiteX8" fmla="*/ 4741319 w 5460510"/>
              <a:gd name="connsiteY8" fmla="*/ 5143500 h 5143500"/>
              <a:gd name="connsiteX9" fmla="*/ 4717679 w 5460510"/>
              <a:gd name="connsiteY9" fmla="*/ 5143500 h 5143500"/>
              <a:gd name="connsiteX10" fmla="*/ 3448297 w 5460510"/>
              <a:gd name="connsiteY10" fmla="*/ 5143500 h 5143500"/>
              <a:gd name="connsiteX11" fmla="*/ 0 w 5460510"/>
              <a:gd name="connsiteY11"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60510" h="5143500">
                <a:moveTo>
                  <a:pt x="2483124" y="0"/>
                </a:moveTo>
                <a:lnTo>
                  <a:pt x="3448297" y="0"/>
                </a:lnTo>
                <a:lnTo>
                  <a:pt x="4717679" y="0"/>
                </a:lnTo>
                <a:lnTo>
                  <a:pt x="4741319" y="0"/>
                </a:lnTo>
                <a:lnTo>
                  <a:pt x="5318193" y="0"/>
                </a:lnTo>
                <a:lnTo>
                  <a:pt x="5460510" y="0"/>
                </a:lnTo>
                <a:lnTo>
                  <a:pt x="5460510" y="5143500"/>
                </a:lnTo>
                <a:lnTo>
                  <a:pt x="5318193" y="5143500"/>
                </a:lnTo>
                <a:lnTo>
                  <a:pt x="4741319" y="5143500"/>
                </a:lnTo>
                <a:lnTo>
                  <a:pt x="4717679" y="5143500"/>
                </a:lnTo>
                <a:lnTo>
                  <a:pt x="3448297" y="5143500"/>
                </a:lnTo>
                <a:lnTo>
                  <a:pt x="0" y="5143500"/>
                </a:lnTo>
                <a:close/>
              </a:path>
            </a:pathLst>
          </a:custGeom>
          <a:solidFill>
            <a:srgbClr val="FFEC00"/>
          </a:solidFill>
          <a:ln>
            <a:noFill/>
          </a:ln>
        </p:spPr>
        <p:txBody>
          <a:bodyPr/>
          <a:lstStyle/>
          <a:p>
            <a:pPr defTabSz="914217"/>
            <a:endParaRPr lang="en-US">
              <a:solidFill>
                <a:srgbClr val="91969B"/>
              </a:solidFill>
              <a:latin typeface="Calibri Light"/>
            </a:endParaRPr>
          </a:p>
        </p:txBody>
      </p:sp>
      <p:sp>
        <p:nvSpPr>
          <p:cNvPr id="10" name="CuadroTexto 1">
            <a:extLst>
              <a:ext uri="{FF2B5EF4-FFF2-40B4-BE49-F238E27FC236}">
                <a16:creationId xmlns:a16="http://schemas.microsoft.com/office/drawing/2014/main" id="{6F7FC07C-D82A-C55D-584B-983AF1F095D7}"/>
              </a:ext>
            </a:extLst>
          </p:cNvPr>
          <p:cNvSpPr txBox="1"/>
          <p:nvPr/>
        </p:nvSpPr>
        <p:spPr>
          <a:xfrm>
            <a:off x="1845269" y="1293730"/>
            <a:ext cx="2228495" cy="3770263"/>
          </a:xfrm>
          <a:prstGeom prst="rect">
            <a:avLst/>
          </a:prstGeom>
          <a:noFill/>
        </p:spPr>
        <p:txBody>
          <a:bodyPr wrap="none" rtlCol="0">
            <a:spAutoFit/>
          </a:bodyPr>
          <a:lstStyle/>
          <a:p>
            <a:r>
              <a:rPr lang="es-ES" sz="23900" dirty="0">
                <a:solidFill>
                  <a:schemeClr val="bg1">
                    <a:lumMod val="50000"/>
                  </a:schemeClr>
                </a:solidFill>
                <a:latin typeface="Arial Black"/>
                <a:cs typeface="Arial Black"/>
              </a:rPr>
              <a:t>1</a:t>
            </a:r>
          </a:p>
        </p:txBody>
      </p:sp>
      <p:sp>
        <p:nvSpPr>
          <p:cNvPr id="11" name="CuadroTexto 5">
            <a:extLst>
              <a:ext uri="{FF2B5EF4-FFF2-40B4-BE49-F238E27FC236}">
                <a16:creationId xmlns:a16="http://schemas.microsoft.com/office/drawing/2014/main" id="{5FBE13A9-2584-78D1-41A1-9CF1C9A04A8E}"/>
              </a:ext>
            </a:extLst>
          </p:cNvPr>
          <p:cNvSpPr txBox="1"/>
          <p:nvPr/>
        </p:nvSpPr>
        <p:spPr>
          <a:xfrm>
            <a:off x="7200900" y="2696561"/>
            <a:ext cx="4648199" cy="646331"/>
          </a:xfrm>
          <a:prstGeom prst="rect">
            <a:avLst/>
          </a:prstGeom>
          <a:noFill/>
        </p:spPr>
        <p:txBody>
          <a:bodyPr wrap="square" rtlCol="0">
            <a:spAutoFit/>
          </a:bodyPr>
          <a:lstStyle/>
          <a:p>
            <a:r>
              <a:rPr lang="es-ES_tradnl" sz="3600" b="1" dirty="0">
                <a:solidFill>
                  <a:schemeClr val="bg2">
                    <a:lumMod val="10000"/>
                  </a:schemeClr>
                </a:solidFill>
                <a:cs typeface="Calibri"/>
              </a:rPr>
              <a:t>IA </a:t>
            </a:r>
            <a:r>
              <a:rPr lang="es-ES_tradnl" sz="3600" b="1" dirty="0" err="1">
                <a:solidFill>
                  <a:schemeClr val="bg2">
                    <a:lumMod val="10000"/>
                  </a:schemeClr>
                </a:solidFill>
                <a:cs typeface="Calibri"/>
              </a:rPr>
              <a:t>Neurosimbólica</a:t>
            </a:r>
            <a:endParaRPr lang="es-ES_tradnl" sz="3600" b="1" dirty="0">
              <a:solidFill>
                <a:schemeClr val="bg2">
                  <a:lumMod val="10000"/>
                </a:schemeClr>
              </a:solidFill>
              <a:cs typeface="Calibri"/>
            </a:endParaRPr>
          </a:p>
        </p:txBody>
      </p:sp>
      <p:sp>
        <p:nvSpPr>
          <p:cNvPr id="8" name="CuadroTexto 7">
            <a:extLst>
              <a:ext uri="{FF2B5EF4-FFF2-40B4-BE49-F238E27FC236}">
                <a16:creationId xmlns:a16="http://schemas.microsoft.com/office/drawing/2014/main" id="{36DD6650-93A2-A8EA-BCCF-2D3EC72563DC}"/>
              </a:ext>
            </a:extLst>
          </p:cNvPr>
          <p:cNvSpPr txBox="1"/>
          <p:nvPr/>
        </p:nvSpPr>
        <p:spPr>
          <a:xfrm>
            <a:off x="9834933" y="-34394"/>
            <a:ext cx="2574075"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 Dr. Juan Baldemar Garza V</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Derechos reservados 2026</a:t>
            </a:r>
          </a:p>
        </p:txBody>
      </p:sp>
    </p:spTree>
    <p:extLst>
      <p:ext uri="{BB962C8B-B14F-4D97-AF65-F5344CB8AC3E}">
        <p14:creationId xmlns:p14="http://schemas.microsoft.com/office/powerpoint/2010/main" val="3382802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7DEC8-D260-AFAA-1B97-37B26A869F78}"/>
            </a:ext>
          </a:extLst>
        </p:cNvPr>
        <p:cNvGrpSpPr/>
        <p:nvPr/>
      </p:nvGrpSpPr>
      <p:grpSpPr>
        <a:xfrm>
          <a:off x="0" y="0"/>
          <a:ext cx="0" cy="0"/>
          <a:chOff x="0" y="0"/>
          <a:chExt cx="0" cy="0"/>
        </a:xfrm>
      </p:grpSpPr>
      <p:sp>
        <p:nvSpPr>
          <p:cNvPr id="22" name="object 5">
            <a:extLst>
              <a:ext uri="{FF2B5EF4-FFF2-40B4-BE49-F238E27FC236}">
                <a16:creationId xmlns:a16="http://schemas.microsoft.com/office/drawing/2014/main" id="{31E6ACB3-2A08-D630-E847-A4FFBC410F15}"/>
              </a:ext>
            </a:extLst>
          </p:cNvPr>
          <p:cNvSpPr/>
          <p:nvPr/>
        </p:nvSpPr>
        <p:spPr>
          <a:xfrm>
            <a:off x="545103" y="818708"/>
            <a:ext cx="11106802" cy="0"/>
          </a:xfrm>
          <a:custGeom>
            <a:avLst/>
            <a:gdLst/>
            <a:ahLst/>
            <a:cxnLst/>
            <a:rect l="l" t="t" r="r" b="b"/>
            <a:pathLst>
              <a:path w="18315940">
                <a:moveTo>
                  <a:pt x="0" y="0"/>
                </a:moveTo>
                <a:lnTo>
                  <a:pt x="18315452" y="0"/>
                </a:lnTo>
              </a:path>
            </a:pathLst>
          </a:custGeom>
          <a:ln w="59359">
            <a:solidFill>
              <a:srgbClr val="FF0000"/>
            </a:solidFill>
          </a:ln>
        </p:spPr>
        <p:txBody>
          <a:bodyPr wrap="square" lIns="0" tIns="0" rIns="0" bIns="0" rtlCol="0"/>
          <a:lstStyle/>
          <a:p>
            <a:endParaRPr sz="1092"/>
          </a:p>
        </p:txBody>
      </p:sp>
      <p:sp>
        <p:nvSpPr>
          <p:cNvPr id="25" name="object 3" descr="$PPTXTitle">
            <a:extLst>
              <a:ext uri="{FF2B5EF4-FFF2-40B4-BE49-F238E27FC236}">
                <a16:creationId xmlns:a16="http://schemas.microsoft.com/office/drawing/2014/main" id="{0EA81E9D-B4A9-92CA-6E5F-3558E2B51385}"/>
              </a:ext>
            </a:extLst>
          </p:cNvPr>
          <p:cNvSpPr txBox="1">
            <a:spLocks noGrp="1"/>
          </p:cNvSpPr>
          <p:nvPr>
            <p:ph type="title"/>
          </p:nvPr>
        </p:nvSpPr>
        <p:spPr>
          <a:xfrm>
            <a:off x="528177" y="311209"/>
            <a:ext cx="9215970" cy="381294"/>
          </a:xfrm>
          <a:prstGeom prst="rect">
            <a:avLst/>
          </a:prstGeom>
        </p:spPr>
        <p:txBody>
          <a:bodyPr vert="horz" wrap="square" lIns="0" tIns="9242" rIns="0" bIns="0" rtlCol="0" anchor="ctr">
            <a:spAutoFit/>
          </a:bodyPr>
          <a:lstStyle/>
          <a:p>
            <a:pPr marL="7701">
              <a:spcBef>
                <a:spcPts val="73"/>
              </a:spcBef>
            </a:pPr>
            <a:r>
              <a:rPr lang="es-MX" sz="2668" spc="-6" dirty="0">
                <a:latin typeface="Aptos" panose="020B0004020202020204" pitchFamily="34" charset="0"/>
              </a:rPr>
              <a:t>¿Qué es la IA </a:t>
            </a:r>
            <a:r>
              <a:rPr lang="es-MX" sz="2668" spc="-6" dirty="0" err="1">
                <a:latin typeface="Aptos" panose="020B0004020202020204" pitchFamily="34" charset="0"/>
              </a:rPr>
              <a:t>Neurosimbólica</a:t>
            </a:r>
            <a:r>
              <a:rPr lang="es-MX" sz="2668" spc="-6" dirty="0">
                <a:latin typeface="Aptos" panose="020B0004020202020204" pitchFamily="34" charset="0"/>
              </a:rPr>
              <a:t>?</a:t>
            </a:r>
          </a:p>
        </p:txBody>
      </p:sp>
      <p:sp>
        <p:nvSpPr>
          <p:cNvPr id="2" name="CuadroTexto 1">
            <a:extLst>
              <a:ext uri="{FF2B5EF4-FFF2-40B4-BE49-F238E27FC236}">
                <a16:creationId xmlns:a16="http://schemas.microsoft.com/office/drawing/2014/main" id="{A6A83364-8C62-112B-AA3D-07114529692E}"/>
              </a:ext>
            </a:extLst>
          </p:cNvPr>
          <p:cNvSpPr txBox="1"/>
          <p:nvPr/>
        </p:nvSpPr>
        <p:spPr>
          <a:xfrm>
            <a:off x="528177" y="1333511"/>
            <a:ext cx="4785054" cy="4869025"/>
          </a:xfrm>
          <a:prstGeom prst="rect">
            <a:avLst/>
          </a:prstGeom>
          <a:noFill/>
        </p:spPr>
        <p:txBody>
          <a:bodyPr wrap="square">
            <a:spAutoFit/>
          </a:bodyPr>
          <a:lstStyle/>
          <a:p>
            <a:r>
              <a:rPr lang="en-US" sz="1940" dirty="0">
                <a:latin typeface="Aptos" panose="020B0004020202020204" pitchFamily="34" charset="0"/>
                <a:ea typeface="Calibri" pitchFamily="34" charset="-122"/>
                <a:cs typeface="Calibri" pitchFamily="34" charset="-120"/>
              </a:rPr>
              <a:t>La IA </a:t>
            </a:r>
            <a:r>
              <a:rPr lang="en-US" sz="1940" dirty="0" err="1">
                <a:latin typeface="Aptos" panose="020B0004020202020204" pitchFamily="34" charset="0"/>
                <a:ea typeface="Calibri" pitchFamily="34" charset="-122"/>
                <a:cs typeface="Calibri" pitchFamily="34" charset="-120"/>
              </a:rPr>
              <a:t>Neurosimbólica</a:t>
            </a:r>
            <a:r>
              <a:rPr lang="en-US" sz="1940" dirty="0">
                <a:latin typeface="Aptos" panose="020B0004020202020204" pitchFamily="34" charset="0"/>
                <a:ea typeface="Calibri" pitchFamily="34" charset="-122"/>
                <a:cs typeface="Calibri" pitchFamily="34" charset="-120"/>
              </a:rPr>
              <a:t> es un </a:t>
            </a:r>
            <a:r>
              <a:rPr lang="en-US" sz="1940" dirty="0" err="1">
                <a:latin typeface="Aptos" panose="020B0004020202020204" pitchFamily="34" charset="0"/>
                <a:ea typeface="Calibri" pitchFamily="34" charset="-122"/>
                <a:cs typeface="Calibri" pitchFamily="34" charset="-120"/>
              </a:rPr>
              <a:t>enfoque</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que</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busca</a:t>
            </a:r>
            <a:r>
              <a:rPr lang="en-US" sz="1940" dirty="0">
                <a:latin typeface="Aptos" panose="020B0004020202020204" pitchFamily="34" charset="0"/>
                <a:ea typeface="Calibri" pitchFamily="34" charset="-122"/>
                <a:cs typeface="Calibri" pitchFamily="34" charset="-120"/>
              </a:rPr>
              <a:t> lo </a:t>
            </a:r>
            <a:r>
              <a:rPr lang="en-US" sz="1940" dirty="0" err="1">
                <a:latin typeface="Aptos" panose="020B0004020202020204" pitchFamily="34" charset="0"/>
                <a:ea typeface="Calibri" pitchFamily="34" charset="-122"/>
                <a:cs typeface="Calibri" pitchFamily="34" charset="-120"/>
              </a:rPr>
              <a:t>mejor</a:t>
            </a:r>
            <a:r>
              <a:rPr lang="en-US" sz="1940" dirty="0">
                <a:latin typeface="Aptos" panose="020B0004020202020204" pitchFamily="34" charset="0"/>
                <a:ea typeface="Calibri" pitchFamily="34" charset="-122"/>
                <a:cs typeface="Calibri" pitchFamily="34" charset="-120"/>
              </a:rPr>
              <a:t> de ambos </a:t>
            </a:r>
            <a:r>
              <a:rPr lang="en-US" sz="1940" dirty="0" err="1">
                <a:latin typeface="Aptos" panose="020B0004020202020204" pitchFamily="34" charset="0"/>
                <a:ea typeface="Calibri" pitchFamily="34" charset="-122"/>
                <a:cs typeface="Calibri" pitchFamily="34" charset="-120"/>
              </a:rPr>
              <a:t>mundos</a:t>
            </a:r>
            <a:r>
              <a:rPr lang="en-US" sz="1940" dirty="0">
                <a:latin typeface="Aptos" panose="020B0004020202020204" pitchFamily="34" charset="0"/>
                <a:ea typeface="Calibri" pitchFamily="34" charset="-122"/>
                <a:cs typeface="Calibri" pitchFamily="34" charset="-120"/>
              </a:rPr>
              <a:t>: la </a:t>
            </a:r>
            <a:r>
              <a:rPr lang="en-US" sz="1940" dirty="0" err="1">
                <a:latin typeface="Aptos" panose="020B0004020202020204" pitchFamily="34" charset="0"/>
                <a:ea typeface="Calibri" pitchFamily="34" charset="-122"/>
                <a:cs typeface="Calibri" pitchFamily="34" charset="-120"/>
              </a:rPr>
              <a:t>capacidad</a:t>
            </a:r>
            <a:r>
              <a:rPr lang="en-US" sz="1940" dirty="0">
                <a:latin typeface="Aptos" panose="020B0004020202020204" pitchFamily="34" charset="0"/>
                <a:ea typeface="Calibri" pitchFamily="34" charset="-122"/>
                <a:cs typeface="Calibri" pitchFamily="34" charset="-120"/>
              </a:rPr>
              <a:t> de </a:t>
            </a:r>
            <a:r>
              <a:rPr lang="en-US" sz="1940" dirty="0" err="1">
                <a:latin typeface="Aptos" panose="020B0004020202020204" pitchFamily="34" charset="0"/>
                <a:ea typeface="Calibri" pitchFamily="34" charset="-122"/>
                <a:cs typeface="Calibri" pitchFamily="34" charset="-120"/>
              </a:rPr>
              <a:t>aprendizaje</a:t>
            </a:r>
            <a:r>
              <a:rPr lang="en-US" sz="1940" dirty="0">
                <a:latin typeface="Aptos" panose="020B0004020202020204" pitchFamily="34" charset="0"/>
                <a:ea typeface="Calibri" pitchFamily="34" charset="-122"/>
                <a:cs typeface="Calibri" pitchFamily="34" charset="-120"/>
              </a:rPr>
              <a:t> de las redes </a:t>
            </a:r>
            <a:r>
              <a:rPr lang="en-US" sz="1940" dirty="0" err="1">
                <a:latin typeface="Aptos" panose="020B0004020202020204" pitchFamily="34" charset="0"/>
                <a:ea typeface="Calibri" pitchFamily="34" charset="-122"/>
                <a:cs typeface="Calibri" pitchFamily="34" charset="-120"/>
              </a:rPr>
              <a:t>neuronales</a:t>
            </a:r>
            <a:r>
              <a:rPr lang="en-US" sz="1940" dirty="0">
                <a:latin typeface="Aptos" panose="020B0004020202020204" pitchFamily="34" charset="0"/>
                <a:ea typeface="Calibri" pitchFamily="34" charset="-122"/>
                <a:cs typeface="Calibri" pitchFamily="34" charset="-120"/>
              </a:rPr>
              <a:t> y la </a:t>
            </a:r>
            <a:r>
              <a:rPr lang="en-US" sz="1940" dirty="0" err="1">
                <a:latin typeface="Aptos" panose="020B0004020202020204" pitchFamily="34" charset="0"/>
                <a:ea typeface="Calibri" pitchFamily="34" charset="-122"/>
                <a:cs typeface="Calibri" pitchFamily="34" charset="-120"/>
              </a:rPr>
              <a:t>precisión</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lógica</a:t>
            </a:r>
            <a:r>
              <a:rPr lang="en-US" sz="1940" dirty="0">
                <a:latin typeface="Aptos" panose="020B0004020202020204" pitchFamily="34" charset="0"/>
                <a:ea typeface="Calibri" pitchFamily="34" charset="-122"/>
                <a:cs typeface="Calibri" pitchFamily="34" charset="-120"/>
              </a:rPr>
              <a:t> del </a:t>
            </a:r>
            <a:r>
              <a:rPr lang="en-US" sz="1940" dirty="0" err="1">
                <a:latin typeface="Aptos" panose="020B0004020202020204" pitchFamily="34" charset="0"/>
                <a:ea typeface="Calibri" pitchFamily="34" charset="-122"/>
                <a:cs typeface="Calibri" pitchFamily="34" charset="-120"/>
              </a:rPr>
              <a:t>razonamiento</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simbólico</a:t>
            </a:r>
            <a:r>
              <a:rPr lang="en-US" sz="1940" dirty="0">
                <a:latin typeface="Aptos" panose="020B0004020202020204" pitchFamily="34" charset="0"/>
                <a:ea typeface="Calibri" pitchFamily="34" charset="-122"/>
                <a:cs typeface="Calibri" pitchFamily="34" charset="-120"/>
              </a:rPr>
              <a:t>.</a:t>
            </a:r>
          </a:p>
          <a:p>
            <a:endParaRPr lang="en-US" sz="1940" dirty="0">
              <a:latin typeface="Aptos" panose="020B0004020202020204" pitchFamily="34" charset="0"/>
              <a:ea typeface="Calibri" pitchFamily="34" charset="-122"/>
              <a:cs typeface="Calibri" pitchFamily="34" charset="-120"/>
            </a:endParaRPr>
          </a:p>
          <a:p>
            <a:r>
              <a:rPr lang="es-MX" sz="1940" dirty="0">
                <a:latin typeface="Aptos" panose="020B0004020202020204" pitchFamily="34" charset="0"/>
                <a:ea typeface="Calibri" pitchFamily="34" charset="-122"/>
                <a:cs typeface="Calibri" pitchFamily="34" charset="-120"/>
              </a:rPr>
              <a:t> Permite a los modelos aprender a partir de ejemplos de la misma forma que lo hace el aprendizaje profundo, al tiempo que aplican la lógica y el razonamiento como lo hace la IA simbólica. </a:t>
            </a:r>
          </a:p>
          <a:p>
            <a:endParaRPr lang="en-US" sz="1940" dirty="0">
              <a:latin typeface="Aptos" panose="020B0004020202020204" pitchFamily="34" charset="0"/>
              <a:ea typeface="Calibri" pitchFamily="34" charset="-122"/>
              <a:cs typeface="Calibri" pitchFamily="34" charset="-120"/>
            </a:endParaRPr>
          </a:p>
          <a:p>
            <a:pPr algn="l"/>
            <a:r>
              <a:rPr lang="en-US" sz="1940" dirty="0">
                <a:latin typeface="Aptos" panose="020B0004020202020204" pitchFamily="34" charset="0"/>
                <a:ea typeface="Calibri" pitchFamily="34" charset="-122"/>
                <a:cs typeface="Calibri" pitchFamily="34" charset="-120"/>
              </a:rPr>
              <a:t>El </a:t>
            </a:r>
            <a:r>
              <a:rPr lang="en-US" sz="1940" dirty="0" err="1">
                <a:latin typeface="Aptos" panose="020B0004020202020204" pitchFamily="34" charset="0"/>
                <a:ea typeface="Calibri" pitchFamily="34" charset="-122"/>
                <a:cs typeface="Calibri" pitchFamily="34" charset="-120"/>
              </a:rPr>
              <a:t>resultado</a:t>
            </a:r>
            <a:r>
              <a:rPr lang="en-US" sz="1940" dirty="0">
                <a:latin typeface="Aptos" panose="020B0004020202020204" pitchFamily="34" charset="0"/>
                <a:ea typeface="Calibri" pitchFamily="34" charset="-122"/>
                <a:cs typeface="Calibri" pitchFamily="34" charset="-120"/>
              </a:rPr>
              <a:t> es un </a:t>
            </a:r>
            <a:r>
              <a:rPr lang="en-US" sz="1940" dirty="0" err="1">
                <a:latin typeface="Aptos" panose="020B0004020202020204" pitchFamily="34" charset="0"/>
                <a:ea typeface="Calibri" pitchFamily="34" charset="-122"/>
                <a:cs typeface="Calibri" pitchFamily="34" charset="-120"/>
              </a:rPr>
              <a:t>sistema</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que</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puede</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ver</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aprender</a:t>
            </a:r>
            <a:r>
              <a:rPr lang="en-US" sz="1940" dirty="0">
                <a:latin typeface="Aptos" panose="020B0004020202020204" pitchFamily="34" charset="0"/>
                <a:ea typeface="Calibri" pitchFamily="34" charset="-122"/>
                <a:cs typeface="Calibri" pitchFamily="34" charset="-120"/>
              </a:rPr>
              <a:t> y </a:t>
            </a:r>
            <a:r>
              <a:rPr lang="en-US" sz="1940" dirty="0" err="1">
                <a:latin typeface="Aptos" panose="020B0004020202020204" pitchFamily="34" charset="0"/>
                <a:ea typeface="Calibri" pitchFamily="34" charset="-122"/>
                <a:cs typeface="Calibri" pitchFamily="34" charset="-120"/>
              </a:rPr>
              <a:t>razonar</a:t>
            </a:r>
            <a:r>
              <a:rPr lang="en-US" sz="1940" dirty="0">
                <a:latin typeface="Aptos" panose="020B0004020202020204" pitchFamily="34" charset="0"/>
                <a:ea typeface="Calibri" pitchFamily="34" charset="-122"/>
                <a:cs typeface="Calibri" pitchFamily="34" charset="-120"/>
              </a:rPr>
              <a:t> al </a:t>
            </a:r>
            <a:r>
              <a:rPr lang="en-US" sz="1940" dirty="0" err="1">
                <a:latin typeface="Aptos" panose="020B0004020202020204" pitchFamily="34" charset="0"/>
                <a:ea typeface="Calibri" pitchFamily="34" charset="-122"/>
                <a:cs typeface="Calibri" pitchFamily="34" charset="-120"/>
              </a:rPr>
              <a:t>mismo</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tiempo</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como</a:t>
            </a:r>
            <a:r>
              <a:rPr lang="en-US" sz="1940" dirty="0">
                <a:latin typeface="Aptos" panose="020B0004020202020204" pitchFamily="34" charset="0"/>
                <a:ea typeface="Calibri" pitchFamily="34" charset="-122"/>
                <a:cs typeface="Calibri" pitchFamily="34" charset="-120"/>
              </a:rPr>
              <a:t> lo </a:t>
            </a:r>
            <a:r>
              <a:rPr lang="en-US" sz="1940" dirty="0" err="1">
                <a:latin typeface="Aptos" panose="020B0004020202020204" pitchFamily="34" charset="0"/>
                <a:ea typeface="Calibri" pitchFamily="34" charset="-122"/>
                <a:cs typeface="Calibri" pitchFamily="34" charset="-120"/>
              </a:rPr>
              <a:t>hace</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el</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cerebro</a:t>
            </a:r>
            <a:r>
              <a:rPr lang="en-US" sz="1940" dirty="0">
                <a:latin typeface="Aptos" panose="020B0004020202020204" pitchFamily="34" charset="0"/>
                <a:ea typeface="Calibri" pitchFamily="34" charset="-122"/>
                <a:cs typeface="Calibri" pitchFamily="34" charset="-120"/>
              </a:rPr>
              <a:t> </a:t>
            </a:r>
            <a:r>
              <a:rPr lang="en-US" sz="1940" dirty="0" err="1">
                <a:latin typeface="Aptos" panose="020B0004020202020204" pitchFamily="34" charset="0"/>
                <a:ea typeface="Calibri" pitchFamily="34" charset="-122"/>
                <a:cs typeface="Calibri" pitchFamily="34" charset="-120"/>
              </a:rPr>
              <a:t>humano</a:t>
            </a:r>
            <a:r>
              <a:rPr lang="en-US" sz="1940" dirty="0">
                <a:latin typeface="Aptos" panose="020B0004020202020204" pitchFamily="34" charset="0"/>
                <a:ea typeface="Calibri" pitchFamily="34" charset="-122"/>
                <a:cs typeface="Calibri" pitchFamily="34" charset="-120"/>
              </a:rPr>
              <a:t>.</a:t>
            </a:r>
            <a:endParaRPr lang="en-US" sz="1940" dirty="0">
              <a:latin typeface="Aptos" panose="020B0004020202020204" pitchFamily="34" charset="0"/>
            </a:endParaRPr>
          </a:p>
          <a:p>
            <a:endParaRPr lang="en-US" sz="1940" dirty="0"/>
          </a:p>
        </p:txBody>
      </p:sp>
      <p:pic>
        <p:nvPicPr>
          <p:cNvPr id="7" name="Imagen 6">
            <a:extLst>
              <a:ext uri="{FF2B5EF4-FFF2-40B4-BE49-F238E27FC236}">
                <a16:creationId xmlns:a16="http://schemas.microsoft.com/office/drawing/2014/main" id="{ECF0A30E-C2F4-580A-4EEF-7A23120932FB}"/>
              </a:ext>
            </a:extLst>
          </p:cNvPr>
          <p:cNvPicPr>
            <a:picLocks noChangeAspect="1"/>
          </p:cNvPicPr>
          <p:nvPr/>
        </p:nvPicPr>
        <p:blipFill>
          <a:blip r:embed="rId2"/>
          <a:stretch>
            <a:fillRect/>
          </a:stretch>
        </p:blipFill>
        <p:spPr>
          <a:xfrm>
            <a:off x="5313230" y="1032482"/>
            <a:ext cx="6554797" cy="2768122"/>
          </a:xfrm>
          <a:prstGeom prst="rect">
            <a:avLst/>
          </a:prstGeom>
        </p:spPr>
      </p:pic>
      <p:pic>
        <p:nvPicPr>
          <p:cNvPr id="10" name="Imagen 9">
            <a:extLst>
              <a:ext uri="{FF2B5EF4-FFF2-40B4-BE49-F238E27FC236}">
                <a16:creationId xmlns:a16="http://schemas.microsoft.com/office/drawing/2014/main" id="{21609CC7-D640-70A7-2EAB-5CD83BAF2210}"/>
              </a:ext>
            </a:extLst>
          </p:cNvPr>
          <p:cNvPicPr>
            <a:picLocks noChangeAspect="1"/>
          </p:cNvPicPr>
          <p:nvPr/>
        </p:nvPicPr>
        <p:blipFill>
          <a:blip r:embed="rId3"/>
          <a:stretch>
            <a:fillRect/>
          </a:stretch>
        </p:blipFill>
        <p:spPr>
          <a:xfrm>
            <a:off x="6696701" y="3679866"/>
            <a:ext cx="4705334" cy="2648281"/>
          </a:xfrm>
          <a:prstGeom prst="rect">
            <a:avLst/>
          </a:prstGeom>
        </p:spPr>
      </p:pic>
    </p:spTree>
    <p:extLst>
      <p:ext uri="{BB962C8B-B14F-4D97-AF65-F5344CB8AC3E}">
        <p14:creationId xmlns:p14="http://schemas.microsoft.com/office/powerpoint/2010/main" val="2305965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2975E-0C3B-FF2A-1293-0AA73A19E6E2}"/>
            </a:ext>
          </a:extLst>
        </p:cNvPr>
        <p:cNvGrpSpPr/>
        <p:nvPr/>
      </p:nvGrpSpPr>
      <p:grpSpPr>
        <a:xfrm>
          <a:off x="0" y="0"/>
          <a:ext cx="0" cy="0"/>
          <a:chOff x="0" y="0"/>
          <a:chExt cx="0" cy="0"/>
        </a:xfrm>
      </p:grpSpPr>
      <p:sp>
        <p:nvSpPr>
          <p:cNvPr id="22" name="object 5">
            <a:extLst>
              <a:ext uri="{FF2B5EF4-FFF2-40B4-BE49-F238E27FC236}">
                <a16:creationId xmlns:a16="http://schemas.microsoft.com/office/drawing/2014/main" id="{C13751A3-05B6-9D83-40CA-7A763A59D944}"/>
              </a:ext>
            </a:extLst>
          </p:cNvPr>
          <p:cNvSpPr/>
          <p:nvPr/>
        </p:nvSpPr>
        <p:spPr>
          <a:xfrm>
            <a:off x="545103" y="818708"/>
            <a:ext cx="11106802" cy="0"/>
          </a:xfrm>
          <a:custGeom>
            <a:avLst/>
            <a:gdLst/>
            <a:ahLst/>
            <a:cxnLst/>
            <a:rect l="l" t="t" r="r" b="b"/>
            <a:pathLst>
              <a:path w="18315940">
                <a:moveTo>
                  <a:pt x="0" y="0"/>
                </a:moveTo>
                <a:lnTo>
                  <a:pt x="18315452" y="0"/>
                </a:lnTo>
              </a:path>
            </a:pathLst>
          </a:custGeom>
          <a:ln w="59359">
            <a:solidFill>
              <a:srgbClr val="FF0000"/>
            </a:solidFill>
          </a:ln>
        </p:spPr>
        <p:txBody>
          <a:bodyPr wrap="square" lIns="0" tIns="0" rIns="0" bIns="0" rtlCol="0"/>
          <a:lstStyle/>
          <a:p>
            <a:endParaRPr sz="1092"/>
          </a:p>
        </p:txBody>
      </p:sp>
      <p:sp>
        <p:nvSpPr>
          <p:cNvPr id="25" name="object 3" descr="$PPTXTitle">
            <a:extLst>
              <a:ext uri="{FF2B5EF4-FFF2-40B4-BE49-F238E27FC236}">
                <a16:creationId xmlns:a16="http://schemas.microsoft.com/office/drawing/2014/main" id="{FD6DD691-27C3-4BC1-FCFA-A8B9D2C91FAB}"/>
              </a:ext>
            </a:extLst>
          </p:cNvPr>
          <p:cNvSpPr txBox="1">
            <a:spLocks noGrp="1"/>
          </p:cNvSpPr>
          <p:nvPr>
            <p:ph type="title"/>
          </p:nvPr>
        </p:nvSpPr>
        <p:spPr>
          <a:xfrm>
            <a:off x="528177" y="311209"/>
            <a:ext cx="9215970" cy="381294"/>
          </a:xfrm>
          <a:prstGeom prst="rect">
            <a:avLst/>
          </a:prstGeom>
        </p:spPr>
        <p:txBody>
          <a:bodyPr vert="horz" wrap="square" lIns="0" tIns="9242" rIns="0" bIns="0" rtlCol="0" anchor="ctr">
            <a:spAutoFit/>
          </a:bodyPr>
          <a:lstStyle/>
          <a:p>
            <a:pPr marL="7701">
              <a:spcBef>
                <a:spcPts val="73"/>
              </a:spcBef>
            </a:pPr>
            <a:r>
              <a:rPr lang="es-MX" sz="2668" spc="-6" dirty="0">
                <a:latin typeface="Aptos" panose="020B0004020202020204" pitchFamily="34" charset="0"/>
              </a:rPr>
              <a:t>Funcionamiento básico</a:t>
            </a:r>
          </a:p>
        </p:txBody>
      </p:sp>
      <p:sp>
        <p:nvSpPr>
          <p:cNvPr id="2" name="CuadroTexto 1">
            <a:extLst>
              <a:ext uri="{FF2B5EF4-FFF2-40B4-BE49-F238E27FC236}">
                <a16:creationId xmlns:a16="http://schemas.microsoft.com/office/drawing/2014/main" id="{7EF8E786-D6FA-2FF6-9864-751FFFE98C75}"/>
              </a:ext>
            </a:extLst>
          </p:cNvPr>
          <p:cNvSpPr txBox="1"/>
          <p:nvPr/>
        </p:nvSpPr>
        <p:spPr>
          <a:xfrm>
            <a:off x="554843" y="2206534"/>
            <a:ext cx="4785054" cy="2480679"/>
          </a:xfrm>
          <a:prstGeom prst="rect">
            <a:avLst/>
          </a:prstGeom>
          <a:noFill/>
        </p:spPr>
        <p:txBody>
          <a:bodyPr wrap="square">
            <a:spAutoFit/>
          </a:bodyPr>
          <a:lstStyle/>
          <a:p>
            <a:r>
              <a:rPr lang="es-MX" sz="1940" dirty="0">
                <a:latin typeface="Aptos" panose="020B0004020202020204" pitchFamily="34" charset="0"/>
                <a:ea typeface="Calibri" pitchFamily="34" charset="-122"/>
                <a:cs typeface="Calibri" pitchFamily="34" charset="-120"/>
              </a:rPr>
              <a:t>Las arquitecturas neuro-simbólicas aúnan aprendizaje y razonamiento en un único marco. Suele incluir tres partes principales: una </a:t>
            </a:r>
            <a:r>
              <a:rPr lang="es-MX" sz="1940" b="1" dirty="0">
                <a:latin typeface="Aptos" panose="020B0004020202020204" pitchFamily="34" charset="0"/>
                <a:ea typeface="Calibri" pitchFamily="34" charset="-122"/>
                <a:cs typeface="Calibri" pitchFamily="34" charset="-120"/>
              </a:rPr>
              <a:t>capa de percepción neuronal </a:t>
            </a:r>
            <a:r>
              <a:rPr lang="es-MX" sz="1940" dirty="0">
                <a:latin typeface="Aptos" panose="020B0004020202020204" pitchFamily="34" charset="0"/>
                <a:ea typeface="Calibri" pitchFamily="34" charset="-122"/>
                <a:cs typeface="Calibri" pitchFamily="34" charset="-120"/>
              </a:rPr>
              <a:t>que interpreta los datos brutos, una </a:t>
            </a:r>
            <a:r>
              <a:rPr lang="es-MX" sz="1940" b="1" dirty="0">
                <a:latin typeface="Aptos" panose="020B0004020202020204" pitchFamily="34" charset="0"/>
                <a:ea typeface="Calibri" pitchFamily="34" charset="-122"/>
                <a:cs typeface="Calibri" pitchFamily="34" charset="-120"/>
              </a:rPr>
              <a:t>capa de razonamiento simbólico </a:t>
            </a:r>
            <a:r>
              <a:rPr lang="es-MX" sz="1940" dirty="0">
                <a:latin typeface="Aptos" panose="020B0004020202020204" pitchFamily="34" charset="0"/>
                <a:ea typeface="Calibri" pitchFamily="34" charset="-122"/>
                <a:cs typeface="Calibri" pitchFamily="34" charset="-120"/>
              </a:rPr>
              <a:t>que aplica la lógica y una </a:t>
            </a:r>
            <a:r>
              <a:rPr lang="es-MX" sz="1940" b="1" dirty="0">
                <a:latin typeface="Aptos" panose="020B0004020202020204" pitchFamily="34" charset="0"/>
                <a:ea typeface="Calibri" pitchFamily="34" charset="-122"/>
                <a:cs typeface="Calibri" pitchFamily="34" charset="-120"/>
              </a:rPr>
              <a:t>capa de integración </a:t>
            </a:r>
            <a:r>
              <a:rPr lang="es-MX" sz="1940" dirty="0">
                <a:latin typeface="Aptos" panose="020B0004020202020204" pitchFamily="34" charset="0"/>
                <a:ea typeface="Calibri" pitchFamily="34" charset="-122"/>
                <a:cs typeface="Calibri" pitchFamily="34" charset="-120"/>
              </a:rPr>
              <a:t>que conecta ambas.</a:t>
            </a:r>
            <a:endParaRPr lang="en-US" sz="1940" dirty="0"/>
          </a:p>
        </p:txBody>
      </p:sp>
      <p:pic>
        <p:nvPicPr>
          <p:cNvPr id="4" name="Imagen 3">
            <a:extLst>
              <a:ext uri="{FF2B5EF4-FFF2-40B4-BE49-F238E27FC236}">
                <a16:creationId xmlns:a16="http://schemas.microsoft.com/office/drawing/2014/main" id="{D3D8E1AC-DF0D-971C-693A-EB6017841D24}"/>
              </a:ext>
            </a:extLst>
          </p:cNvPr>
          <p:cNvPicPr>
            <a:picLocks noChangeAspect="1"/>
          </p:cNvPicPr>
          <p:nvPr/>
        </p:nvPicPr>
        <p:blipFill>
          <a:blip r:embed="rId2"/>
          <a:srcRect t="10216" r="3284" b="-1472"/>
          <a:stretch>
            <a:fillRect/>
          </a:stretch>
        </p:blipFill>
        <p:spPr>
          <a:xfrm>
            <a:off x="6419454" y="2738425"/>
            <a:ext cx="4666983" cy="2288102"/>
          </a:xfrm>
          <a:prstGeom prst="rect">
            <a:avLst/>
          </a:prstGeom>
        </p:spPr>
      </p:pic>
    </p:spTree>
    <p:extLst>
      <p:ext uri="{BB962C8B-B14F-4D97-AF65-F5344CB8AC3E}">
        <p14:creationId xmlns:p14="http://schemas.microsoft.com/office/powerpoint/2010/main" val="375374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83BA8-D03C-33F3-5A65-8C1186C66B2D}"/>
            </a:ext>
          </a:extLst>
        </p:cNvPr>
        <p:cNvGrpSpPr/>
        <p:nvPr/>
      </p:nvGrpSpPr>
      <p:grpSpPr>
        <a:xfrm>
          <a:off x="0" y="0"/>
          <a:ext cx="0" cy="0"/>
          <a:chOff x="0" y="0"/>
          <a:chExt cx="0" cy="0"/>
        </a:xfrm>
      </p:grpSpPr>
      <p:sp>
        <p:nvSpPr>
          <p:cNvPr id="22" name="object 5">
            <a:extLst>
              <a:ext uri="{FF2B5EF4-FFF2-40B4-BE49-F238E27FC236}">
                <a16:creationId xmlns:a16="http://schemas.microsoft.com/office/drawing/2014/main" id="{CD4B9257-6C4B-906C-A3B2-09678495865A}"/>
              </a:ext>
            </a:extLst>
          </p:cNvPr>
          <p:cNvSpPr/>
          <p:nvPr/>
        </p:nvSpPr>
        <p:spPr>
          <a:xfrm>
            <a:off x="545103" y="818708"/>
            <a:ext cx="11106802" cy="0"/>
          </a:xfrm>
          <a:custGeom>
            <a:avLst/>
            <a:gdLst/>
            <a:ahLst/>
            <a:cxnLst/>
            <a:rect l="l" t="t" r="r" b="b"/>
            <a:pathLst>
              <a:path w="18315940">
                <a:moveTo>
                  <a:pt x="0" y="0"/>
                </a:moveTo>
                <a:lnTo>
                  <a:pt x="18315452" y="0"/>
                </a:lnTo>
              </a:path>
            </a:pathLst>
          </a:custGeom>
          <a:ln w="59359">
            <a:solidFill>
              <a:srgbClr val="FF0000"/>
            </a:solidFill>
          </a:ln>
        </p:spPr>
        <p:txBody>
          <a:bodyPr wrap="square" lIns="0" tIns="0" rIns="0" bIns="0" rtlCol="0"/>
          <a:lstStyle/>
          <a:p>
            <a:endParaRPr sz="1092"/>
          </a:p>
        </p:txBody>
      </p:sp>
      <p:sp>
        <p:nvSpPr>
          <p:cNvPr id="25" name="object 3" descr="$PPTXTitle">
            <a:extLst>
              <a:ext uri="{FF2B5EF4-FFF2-40B4-BE49-F238E27FC236}">
                <a16:creationId xmlns:a16="http://schemas.microsoft.com/office/drawing/2014/main" id="{5EC2F1D6-A36F-9F8E-4F1C-5FE9CE75CDEB}"/>
              </a:ext>
            </a:extLst>
          </p:cNvPr>
          <p:cNvSpPr txBox="1">
            <a:spLocks noGrp="1"/>
          </p:cNvSpPr>
          <p:nvPr>
            <p:ph type="title"/>
          </p:nvPr>
        </p:nvSpPr>
        <p:spPr>
          <a:xfrm>
            <a:off x="528177" y="311209"/>
            <a:ext cx="9215970" cy="381294"/>
          </a:xfrm>
          <a:prstGeom prst="rect">
            <a:avLst/>
          </a:prstGeom>
        </p:spPr>
        <p:txBody>
          <a:bodyPr vert="horz" wrap="square" lIns="0" tIns="9242" rIns="0" bIns="0" rtlCol="0" anchor="ctr">
            <a:spAutoFit/>
          </a:bodyPr>
          <a:lstStyle/>
          <a:p>
            <a:pPr marL="7701">
              <a:spcBef>
                <a:spcPts val="73"/>
              </a:spcBef>
            </a:pPr>
            <a:r>
              <a:rPr lang="es-MX" sz="2668" spc="-6" dirty="0">
                <a:latin typeface="Aptos" panose="020B0004020202020204" pitchFamily="34" charset="0"/>
              </a:rPr>
              <a:t>Ejemplos de Casos de Uso</a:t>
            </a:r>
          </a:p>
        </p:txBody>
      </p:sp>
      <p:sp>
        <p:nvSpPr>
          <p:cNvPr id="10" name="CuadroTexto 9">
            <a:extLst>
              <a:ext uri="{FF2B5EF4-FFF2-40B4-BE49-F238E27FC236}">
                <a16:creationId xmlns:a16="http://schemas.microsoft.com/office/drawing/2014/main" id="{094877DD-919F-84C2-3E4C-F7721CBFAFD5}"/>
              </a:ext>
            </a:extLst>
          </p:cNvPr>
          <p:cNvSpPr txBox="1"/>
          <p:nvPr/>
        </p:nvSpPr>
        <p:spPr>
          <a:xfrm>
            <a:off x="528177" y="1154089"/>
            <a:ext cx="4647520" cy="3898760"/>
          </a:xfrm>
          <a:prstGeom prst="rect">
            <a:avLst/>
          </a:prstGeom>
          <a:noFill/>
        </p:spPr>
        <p:txBody>
          <a:bodyPr wrap="square">
            <a:spAutoFit/>
          </a:bodyPr>
          <a:lstStyle/>
          <a:p>
            <a:pPr>
              <a:buNone/>
            </a:pPr>
            <a:r>
              <a:rPr lang="es-MX" sz="1455" b="1" dirty="0"/>
              <a:t>Vehículos Autónomos</a:t>
            </a:r>
          </a:p>
          <a:p>
            <a:pPr>
              <a:buNone/>
            </a:pPr>
            <a:endParaRPr lang="es-MX" sz="1455" b="1" dirty="0"/>
          </a:p>
          <a:p>
            <a:r>
              <a:rPr lang="es-MX" sz="1455" dirty="0"/>
              <a:t>Los vehículos autónomos necesitan comprender su entorno para funcionar con seguridad. Utilizan tecnologías como la visión por ordenador para detectar peatones, vehículos, marcas viales y señales de tráfico.</a:t>
            </a:r>
          </a:p>
          <a:p>
            <a:endParaRPr lang="es-MX" sz="1455" dirty="0"/>
          </a:p>
          <a:p>
            <a:r>
              <a:rPr lang="es-MX" sz="1455" dirty="0"/>
              <a:t>Aunque los modelos de aprendizaje profundo pueden identificar estos objetos con precisión, no siempre entienden qué significan esos objetos en su contexto o cómo se relacionan entre sí en una situación del mundo real.</a:t>
            </a:r>
          </a:p>
          <a:p>
            <a:endParaRPr lang="es-MX" sz="1455" dirty="0"/>
          </a:p>
          <a:p>
            <a:r>
              <a:rPr lang="es-MX" sz="1455" dirty="0"/>
              <a:t>La IA </a:t>
            </a:r>
            <a:r>
              <a:rPr lang="es-MX" sz="1455" dirty="0" err="1"/>
              <a:t>neurosimbólica</a:t>
            </a:r>
            <a:r>
              <a:rPr lang="es-MX" sz="1455" dirty="0"/>
              <a:t> permite a los vehículos autoconducidos combinar el reconocimiento visual con el razonamiento lógico, de modo que puedan interpretar situaciones en lugar de limitarse a identificar objetos. </a:t>
            </a:r>
          </a:p>
        </p:txBody>
      </p:sp>
      <p:sp>
        <p:nvSpPr>
          <p:cNvPr id="11" name="CuadroTexto 10">
            <a:extLst>
              <a:ext uri="{FF2B5EF4-FFF2-40B4-BE49-F238E27FC236}">
                <a16:creationId xmlns:a16="http://schemas.microsoft.com/office/drawing/2014/main" id="{215C63E2-1D46-03E9-22A0-9FAD5BD767FB}"/>
              </a:ext>
            </a:extLst>
          </p:cNvPr>
          <p:cNvSpPr txBox="1"/>
          <p:nvPr/>
        </p:nvSpPr>
        <p:spPr>
          <a:xfrm>
            <a:off x="6096000" y="1042108"/>
            <a:ext cx="5082852" cy="3898760"/>
          </a:xfrm>
          <a:prstGeom prst="rect">
            <a:avLst/>
          </a:prstGeom>
          <a:noFill/>
        </p:spPr>
        <p:txBody>
          <a:bodyPr wrap="square">
            <a:spAutoFit/>
          </a:bodyPr>
          <a:lstStyle/>
          <a:p>
            <a:r>
              <a:rPr lang="es-MX" sz="1455" b="1" dirty="0"/>
              <a:t>Interpretación lógica en la respuesta a preguntas visuales</a:t>
            </a:r>
          </a:p>
          <a:p>
            <a:pPr>
              <a:buNone/>
            </a:pPr>
            <a:endParaRPr lang="es-MX" sz="1455" b="1" dirty="0"/>
          </a:p>
          <a:p>
            <a:r>
              <a:rPr lang="es-MX" sz="1455" dirty="0"/>
              <a:t>Otra aplicación importante de la IA </a:t>
            </a:r>
            <a:r>
              <a:rPr lang="es-MX" sz="1455" dirty="0" err="1"/>
              <a:t>neurosimbólica</a:t>
            </a:r>
            <a:r>
              <a:rPr lang="es-MX" sz="1455" dirty="0"/>
              <a:t> es la respuesta a preguntas visuales (VQA). Los sistemas VQA están diseñados para responder a preguntas sobre imágenes.</a:t>
            </a:r>
          </a:p>
          <a:p>
            <a:endParaRPr lang="es-MX" sz="1455" dirty="0"/>
          </a:p>
          <a:p>
            <a:r>
              <a:rPr lang="es-MX" sz="1455" dirty="0"/>
              <a:t>Reúne grandes modelos lingüísticos (LLM) y modelos visuales para realizar razonamientos multimodales, combinando lo que el sistema ve con lo que entiende. Por ejemplo, si a un sistema VQA se le muestra una imagen y se le pregunta: "¿Está la taza encima de la mesa?", tiene que reconocer los objetos pero también entender la relación entre ellos. Tiene que determinar si la taza se encuentra realmente encima de la mesa en la escena.</a:t>
            </a:r>
          </a:p>
          <a:p>
            <a:endParaRPr lang="es-MX" sz="1455" dirty="0"/>
          </a:p>
          <a:p>
            <a:r>
              <a:rPr lang="es-MX" sz="1455" dirty="0"/>
              <a:t>Un estudio reciente ha demostrado cómo la IA </a:t>
            </a:r>
            <a:r>
              <a:rPr lang="es-MX" sz="1455" dirty="0" err="1"/>
              <a:t>neurosimbólica</a:t>
            </a:r>
            <a:r>
              <a:rPr lang="es-MX" sz="1455" dirty="0"/>
              <a:t> puede mejorar el VQA integrando la percepción neuronal con el razonamiento simbólico.</a:t>
            </a:r>
          </a:p>
        </p:txBody>
      </p:sp>
    </p:spTree>
    <p:extLst>
      <p:ext uri="{BB962C8B-B14F-4D97-AF65-F5344CB8AC3E}">
        <p14:creationId xmlns:p14="http://schemas.microsoft.com/office/powerpoint/2010/main" val="82100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6"/>
        <p:cNvGrpSpPr/>
        <p:nvPr/>
      </p:nvGrpSpPr>
      <p:grpSpPr>
        <a:xfrm>
          <a:off x="0" y="0"/>
          <a:ext cx="0" cy="0"/>
          <a:chOff x="0" y="0"/>
          <a:chExt cx="0" cy="0"/>
        </a:xfrm>
      </p:grpSpPr>
      <p:sp>
        <p:nvSpPr>
          <p:cNvPr id="848" name="Google Shape;848;p83"/>
          <p:cNvSpPr txBox="1"/>
          <p:nvPr/>
        </p:nvSpPr>
        <p:spPr>
          <a:xfrm>
            <a:off x="7170622" y="2036385"/>
            <a:ext cx="4272787" cy="933603"/>
          </a:xfrm>
          <a:prstGeom prst="rect">
            <a:avLst/>
          </a:prstGeom>
          <a:noFill/>
          <a:ln>
            <a:noFill/>
          </a:ln>
        </p:spPr>
        <p:txBody>
          <a:bodyPr spcFirstLastPara="1" wrap="square" lIns="91425" tIns="45700" rIns="91425" bIns="45700" anchor="t" anchorCtr="0">
            <a:spAutoFit/>
          </a:bodyPr>
          <a:lstStyle/>
          <a:p>
            <a:pPr algn="r">
              <a:buClr>
                <a:srgbClr val="000000"/>
              </a:buClr>
            </a:pPr>
            <a:r>
              <a:rPr lang="it-IT" sz="5500" b="1" kern="0">
                <a:solidFill>
                  <a:srgbClr val="FFFFFF"/>
                </a:solidFill>
                <a:latin typeface="Arial"/>
                <a:ea typeface="Arial"/>
                <a:cs typeface="Arial"/>
                <a:sym typeface="Arial"/>
              </a:rPr>
              <a:t>¡ GRACIAS !</a:t>
            </a:r>
            <a:endParaRPr sz="5500" b="1" kern="0">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4096</TotalTime>
  <Words>457</Words>
  <Application>Microsoft Office PowerPoint</Application>
  <PresentationFormat>Panorámica</PresentationFormat>
  <Paragraphs>43</Paragraphs>
  <Slides>7</Slides>
  <Notes>4</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7</vt:i4>
      </vt:variant>
    </vt:vector>
  </HeadingPairs>
  <TitlesOfParts>
    <vt:vector size="17" baseType="lpstr">
      <vt:lpstr>Aptos</vt:lpstr>
      <vt:lpstr>Arial</vt:lpstr>
      <vt:lpstr>Arial Black</vt:lpstr>
      <vt:lpstr>Calibri</vt:lpstr>
      <vt:lpstr>Calibri Light</vt:lpstr>
      <vt:lpstr>Noto Sans Symbols</vt:lpstr>
      <vt:lpstr>Roboto Light</vt:lpstr>
      <vt:lpstr>Verdana</vt:lpstr>
      <vt:lpstr>Tema de Office</vt:lpstr>
      <vt:lpstr>2_Tema de Office</vt:lpstr>
      <vt:lpstr>Presentación de PowerPoint</vt:lpstr>
      <vt:lpstr>Presentación de PowerPoint</vt:lpstr>
      <vt:lpstr>Presentación de PowerPoint</vt:lpstr>
      <vt:lpstr>¿Qué es la IA Neurosimbólica?</vt:lpstr>
      <vt:lpstr>Funcionamiento básico</vt:lpstr>
      <vt:lpstr>Ejemplos de Casos de Uso</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JBGV</dc:creator>
  <cp:lastModifiedBy>Juan Baldemar Garza Villegas</cp:lastModifiedBy>
  <cp:revision>365</cp:revision>
  <cp:lastPrinted>2020-10-05T21:27:12Z</cp:lastPrinted>
  <dcterms:created xsi:type="dcterms:W3CDTF">2020-01-22T17:21:41Z</dcterms:created>
  <dcterms:modified xsi:type="dcterms:W3CDTF">2026-05-22T05:27:48Z</dcterms:modified>
</cp:coreProperties>
</file>