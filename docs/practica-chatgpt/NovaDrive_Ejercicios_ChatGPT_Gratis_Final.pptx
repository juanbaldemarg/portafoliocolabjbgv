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b83d4fc37c40c2" /><Relationship Type="http://schemas.openxmlformats.org/officeDocument/2006/relationships/extended-properties" Target="/docProps/app.xml" Id="Rf6bc4ddd2c8e40ee" /><Relationship Type="http://schemas.openxmlformats.org/officeDocument/2006/relationships/officeDocument" Target="/ppt/presentation.xml" Id="Rf642b8d8e83c45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b3dbeb3b504c9e"/>
  </p:sldMasterIdLst>
  <p:notesMasterIdLst>
    <p:notesMasterId xmlns:r="http://schemas.openxmlformats.org/officeDocument/2006/relationships" r:id="Rf8980edd5c4e4ba9"/>
  </p:notesMasterIdLst>
  <p:sldIdLst>
    <p:sldId xmlns:r="http://schemas.openxmlformats.org/officeDocument/2006/relationships" id="256" r:id="R5105f3667d1e44de"/>
    <p:sldId xmlns:r="http://schemas.openxmlformats.org/officeDocument/2006/relationships" id="257" r:id="R7ad6ff1d09c54794"/>
    <p:sldId xmlns:r="http://schemas.openxmlformats.org/officeDocument/2006/relationships" id="258" r:id="Reb28a4e39ce54291"/>
    <p:sldId xmlns:r="http://schemas.openxmlformats.org/officeDocument/2006/relationships" id="259" r:id="Re2d8878ad4be4df6"/>
    <p:sldId xmlns:r="http://schemas.openxmlformats.org/officeDocument/2006/relationships" id="260" r:id="Re6232840daa649de"/>
    <p:sldId xmlns:r="http://schemas.openxmlformats.org/officeDocument/2006/relationships" id="261" r:id="Rcfd8ad205e224add"/>
    <p:sldId xmlns:r="http://schemas.openxmlformats.org/officeDocument/2006/relationships" id="262" r:id="R5ae085e31b9247ae"/>
    <p:sldId xmlns:r="http://schemas.openxmlformats.org/officeDocument/2006/relationships" id="263" r:id="Rd76d7355635240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da1b1f583f42f5" /><Relationship Type="http://schemas.openxmlformats.org/officeDocument/2006/relationships/slideMaster" Target="/ppt/slideMasters/slideMaster1.xml" Id="Rd0b3dbeb3b504c9e" /><Relationship Type="http://schemas.openxmlformats.org/officeDocument/2006/relationships/notesMaster" Target="/ppt/notesMasters/notesMaster1.xml" Id="Rf8980edd5c4e4ba9" /><Relationship Type="http://schemas.openxmlformats.org/officeDocument/2006/relationships/presProps" Target="/ppt/presProps.xml" Id="Rc8cdb2a1949c4f3f" /><Relationship Type="http://schemas.openxmlformats.org/officeDocument/2006/relationships/tableStyles" Target="/ppt/tableStyles.xml" Id="R7d5cf9c2a65d4cff" /><Relationship Type="http://schemas.openxmlformats.org/officeDocument/2006/relationships/slide" Target="/ppt/slides/slide1.xml" Id="R5105f3667d1e44de" /><Relationship Type="http://schemas.openxmlformats.org/officeDocument/2006/relationships/slide" Target="/ppt/slides/slide2.xml" Id="R7ad6ff1d09c54794" /><Relationship Type="http://schemas.openxmlformats.org/officeDocument/2006/relationships/slide" Target="/ppt/slides/slide3.xml" Id="Reb28a4e39ce54291" /><Relationship Type="http://schemas.openxmlformats.org/officeDocument/2006/relationships/slide" Target="/ppt/slides/slide4.xml" Id="Re2d8878ad4be4df6" /><Relationship Type="http://schemas.openxmlformats.org/officeDocument/2006/relationships/slide" Target="/ppt/slides/slide5.xml" Id="Re6232840daa649de" /><Relationship Type="http://schemas.openxmlformats.org/officeDocument/2006/relationships/slide" Target="/ppt/slides/slide6.xml" Id="Rcfd8ad205e224add" /><Relationship Type="http://schemas.openxmlformats.org/officeDocument/2006/relationships/slide" Target="/ppt/slides/slide7.xml" Id="R5ae085e31b9247ae" /><Relationship Type="http://schemas.openxmlformats.org/officeDocument/2006/relationships/slide" Target="/ppt/slides/slide8.xml" Id="Rd76d7355635240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0a995aa69c4b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003ac0bfb24fbd" /><Relationship Type="http://schemas.openxmlformats.org/officeDocument/2006/relationships/notesMaster" Target="/ppt/notesMasters/notesMaster1.xml" Id="Rdb786da9a25e4b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a58f4dd96d4535" /><Relationship Type="http://schemas.openxmlformats.org/officeDocument/2006/relationships/notesMaster" Target="/ppt/notesMasters/notesMaster1.xml" Id="R90888d5dbc2345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448e38b43a4e8e" /><Relationship Type="http://schemas.openxmlformats.org/officeDocument/2006/relationships/notesMaster" Target="/ppt/notesMasters/notesMaster1.xml" Id="R10490e36716748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84896347ab4962" /><Relationship Type="http://schemas.openxmlformats.org/officeDocument/2006/relationships/notesMaster" Target="/ppt/notesMasters/notesMaster1.xml" Id="R531a4dd4df0843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1ee0a5feef4e74" /><Relationship Type="http://schemas.openxmlformats.org/officeDocument/2006/relationships/notesMaster" Target="/ppt/notesMasters/notesMaster1.xml" Id="Rff601f0d40d048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581d5d165c477a" /><Relationship Type="http://schemas.openxmlformats.org/officeDocument/2006/relationships/notesMaster" Target="/ppt/notesMasters/notesMaster1.xml" Id="R76d49563b4924c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2600dd18734eb4" /><Relationship Type="http://schemas.openxmlformats.org/officeDocument/2006/relationships/notesMaster" Target="/ppt/notesMasters/notesMaster1.xml" Id="R9a85b8971d9b44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057f10091b432f" /><Relationship Type="http://schemas.openxmlformats.org/officeDocument/2006/relationships/notesMaster" Target="/ppt/notesMasters/notesMaster1.xml" Id="R8e7d7ace7e3d41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119902a9e440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e047d349ed4cee" /><Relationship Type="http://schemas.openxmlformats.org/officeDocument/2006/relationships/slideLayout" Target="/ppt/slideLayouts/slideLayout1.xml" Id="R069100e8531749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9100e8531749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c31e24c274eb7" /><Relationship Type="http://schemas.openxmlformats.org/officeDocument/2006/relationships/notesSlide" Target="/ppt/notesSlides/notesSlide1.xml" Id="R7f786a571dad41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d56dc77b04133" /><Relationship Type="http://schemas.openxmlformats.org/officeDocument/2006/relationships/notesSlide" Target="/ppt/notesSlides/notesSlide2.xml" Id="R4dc62e63433747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c02bbd0ff42ac" /><Relationship Type="http://schemas.openxmlformats.org/officeDocument/2006/relationships/notesSlide" Target="/ppt/notesSlides/notesSlide3.xml" Id="R1e7fcb2a226c43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ef4f5ea974ceb" /><Relationship Type="http://schemas.openxmlformats.org/officeDocument/2006/relationships/notesSlide" Target="/ppt/notesSlides/notesSlide4.xml" Id="R1bb4a6befa1a43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0dc0016ed4eb1" /><Relationship Type="http://schemas.openxmlformats.org/officeDocument/2006/relationships/notesSlide" Target="/ppt/notesSlides/notesSlide5.xml" Id="R519e4b04d35c45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73b12724146a9" /><Relationship Type="http://schemas.openxmlformats.org/officeDocument/2006/relationships/notesSlide" Target="/ppt/notesSlides/notesSlide6.xml" Id="R6389c6bd45df43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8867471f34a44" /><Relationship Type="http://schemas.openxmlformats.org/officeDocument/2006/relationships/notesSlide" Target="/ppt/notesSlides/notesSlide7.xml" Id="Re5e4a1fcefc344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0d400a23a443f" /><Relationship Type="http://schemas.openxmlformats.org/officeDocument/2006/relationships/notesSlide" Target="/ppt/notesSlides/notesSlide8.xml" Id="R7b5c4bcb2cc043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A76F1-A9A3-4871-B300-1076B945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Caso NovaDrive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86022-CDF9-4A1A-8161-9C0513A6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Ejercicios de análisis automotriz con ChatGPT gratuito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4F0F7-B28F-4A52-836F-2982DF19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Vehículos eléctricos | Demanda | Capacidad | Materiales | Proveedores | Finanzas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D1CFF-A98D-4964-942E-EE1F719D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Datos sintéticos para capacitación · septiembre de 2026</a:t>
            </a:r>
          </a:p>
        </p:txBody>
      </p:sp>
    </p:spTree>
    <p:extLst>
      <p:ext uri="{BB962C8B-B14F-4D97-AF65-F5344CB8AC3E}">
        <p14:creationId xmlns:p14="http://schemas.microsoft.com/office/powerpoint/2010/main" val="20815159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ED4F8-8306-46BD-BD32-4CF4B408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El caso automotriz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D10E3-479B-40EA-81FF-8A5FA94B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Una empresa ficticia de componentes para vehículos eléctricos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094EB-15C4-4382-9088-47371D64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NovaDrive evalúa si puede aceptar una expansión de programas automotrices sin comprometer lanzamientos, calidad, abastecimiento ni rentabilidad.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06706-8E10-4013-AA10-5B8ED49F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Cinco archivos conectados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97B49-E05F-4B7A-BF40-CCED3492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5715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01  Demanda y pedidos abiertos</a:t>
            </a:r>
          </a:p>
          <a:p xmlns:a="http://schemas.openxmlformats.org/drawingml/2006/main">
            <a:pPr>
              <a:defRPr sz="1725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02  Capacidad por proceso</a:t>
            </a:r>
          </a:p>
          <a:p xmlns:a="http://schemas.openxmlformats.org/drawingml/2006/main">
            <a:pPr>
              <a:defRPr sz="1725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03  Inventario y materiales críticos</a:t>
            </a:r>
          </a:p>
          <a:p xmlns:a="http://schemas.openxmlformats.org/drawingml/2006/main">
            <a:pPr>
              <a:defRPr sz="1725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04  Proveedores y riesgo de abastecimiento</a:t>
            </a:r>
          </a:p>
          <a:p xmlns:a="http://schemas.openxmlformats.org/drawingml/2006/main">
            <a:pPr>
              <a:defRPr sz="1725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05  Impacto financiero y decisión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521B4-26E7-4B73-B463-02ACF9BA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Decisión central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9B536-2444-46CF-979C-92218A0D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¿Conviene liberar la rampa completa o avanzar por etapas con condiciones verificables?</a:t>
            </a:r>
          </a:p>
        </p:txBody>
      </p:sp>
    </p:spTree>
    <p:extLst>
      <p:ext uri="{BB962C8B-B14F-4D97-AF65-F5344CB8AC3E}">
        <p14:creationId xmlns:p14="http://schemas.microsoft.com/office/powerpoint/2010/main" val="19989931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6880BA-5393-48FB-8967-BF4D7A98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Uso con ChatGPT gratuito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A4C7B-F641-4E5C-A96B-E815DC6D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Una conversación por archivo y un objetivo por mensaje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E6EB3-15BB-4553-81DD-D3E93F38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A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E685D-E0BA-4373-9E6E-605F7E65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66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Suba un solo archivo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A87CC-5E70-4AFF-8865-5576AC84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Use el prompt de la hoja Prompts_ChatGPT.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A2289-A96C-48C2-A8CF-9AF79553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A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16E60-62F1-4166-8411-7250B7C6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051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Pida un análisis concreto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C3651-A281-478A-8940-35779C76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Diagnóstico primero. Crítica o escenarios después.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1327B-8FC0-4958-B58D-4DF296F0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910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A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4EE0A-BD42-46E5-AB62-3968F99F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43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Guarde y valide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E1231-BD6C-481E-B036-05C1F533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Copie hallazgos a una minuta y confirme cifras en Excel.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6471C-FB3F-4824-864A-A0883632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Límite práctico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B499B-5DD3-4CBB-9E90-FE8437E5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La versión gratuita puede tener límites de archivos y contexto. Trabajar por etapas facilita la revisión humana.</a:t>
            </a:r>
          </a:p>
        </p:txBody>
      </p:sp>
    </p:spTree>
    <p:extLst>
      <p:ext uri="{BB962C8B-B14F-4D97-AF65-F5344CB8AC3E}">
        <p14:creationId xmlns:p14="http://schemas.microsoft.com/office/powerpoint/2010/main" val="8947636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92E4A-7359-446D-9C4F-11F35D69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Ejercicio 1 | Demanda de programas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427D8-DA99-43DC-B5F2-D5516488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Objetivo: dimensionar la oportunidad antes de comprometer la planta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DB562-B7D9-4991-B359-75D5FF55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Prompt inicial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A6B6A-A21D-46CE-9D8E-09283BCB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33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Analiza el archivo y crea un resumen ejecutivo con oportunidad incremental, pedidos abiertos, concentración por programa y riesgos de lanzamiento. Usa únicamente los datos del archivo.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DFF10-DE3C-454B-B26C-741C8F2C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16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Preguntas de seguimiento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E4B08-516C-42B6-AF1F-ABAA76A6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47875"/>
            <a:ext cx="4095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¿Qué programas VE concentran el valor?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¿Qué SKUs tienen pedidos abiertos por encima del incremento?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¿Qué debería validar Ventas antes de pasar a Capacidad?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A1A0D-F95D-4B17-8F3F-E81DB255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Entregable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37E05-775C-4ABB-A15E-6E186BEE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Tabla priorizada, hallazgos, supuestos y datos faltantes.</a:t>
            </a:r>
          </a:p>
        </p:txBody>
      </p:sp>
    </p:spTree>
    <p:extLst>
      <p:ext uri="{BB962C8B-B14F-4D97-AF65-F5344CB8AC3E}">
        <p14:creationId xmlns:p14="http://schemas.microsoft.com/office/powerpoint/2010/main" val="10632483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7D3FA-8016-4E97-992F-F8683221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Ejercicio 2 | Capacidad y materiales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3CB87-1A60-4BA7-9C5C-B1F64C22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Objetivo: comprobar si la operación puede sostener la rampa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59387-3D40-463E-A141-0CE1232E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Secuencia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FC8AE-34AC-4465-9F46-D5B19970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4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Identificar déficit por proceso.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Revisar materiales bajo 14 días.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Incorporar mantenimiento y herramentales.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46C57-B62C-4B69-B8BD-2A5C9071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Pregunta crítica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A93A5-0E7C-4B0C-9028-26538DFE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¿Qué conclusión sería incorrecta si solo miramos el saldo total de horas? Señala cuellos de botella especializados.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B1EFB-B3A4-4A34-B4B2-0A9316D3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3308A-63E6-428E-A483-0214551E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Plan de secuencia por línea y materiales que requieren acción.</a:t>
            </a:r>
          </a:p>
        </p:txBody>
      </p:sp>
    </p:spTree>
    <p:extLst>
      <p:ext uri="{BB962C8B-B14F-4D97-AF65-F5344CB8AC3E}">
        <p14:creationId xmlns:p14="http://schemas.microsoft.com/office/powerpoint/2010/main" val="2977682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B4024-5D26-4050-B552-134060A6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Ejercicio 3 | Proveedores y riesgo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2AD4D-A766-416A-B8BF-42504E4D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Objetivo: convertir exposición de abastecimiento en condiciones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1A4CF-56C0-4C89-B83D-FCE6961C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Analizar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8653D-497B-4C4B-84D7-6E63F678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Ranking por entrega, calidad, plazo, fuente única e ingresos expuestos.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3AE9A-7025-4CF7-922E-3430CBAA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Desafiar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7D995-0E34-4DBB-929D-D3449A7A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¿Qué parte del riesgo es medida y qué parte depende de supuestos?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08DB8-FEED-42DE-922F-278B074B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Decidir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85666-B638-46FF-995A-3A5E8139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4095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Comparar Go, No Go y Go con condiciones. Mantener la recomendación ligada a capacidad, materiales, proveedores y margen.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3E647-30C2-469F-8AAA-170184AC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95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05A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05A00"/>
                </a:solidFill>
                <a:latin typeface="Arial"/>
                <a:ea typeface="Arial"/>
                <a:cs typeface="Arial"/>
              </a:rPr>
              <a:t>No inventar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85AAD-3241-429A-B482-BC029AC6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720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No crear responsables, fechas o evidencia que no aparezcan en los archivos.</a:t>
            </a:r>
          </a:p>
        </p:txBody>
      </p:sp>
    </p:spTree>
    <p:extLst>
      <p:ext uri="{BB962C8B-B14F-4D97-AF65-F5344CB8AC3E}">
        <p14:creationId xmlns:p14="http://schemas.microsoft.com/office/powerpoint/2010/main" val="20692072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E02D8-144A-451F-9712-FD97A129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Ejercicio 4 | Decisión ejecutiva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33B6E-B20A-4D19-A475-067F6010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Objetivo: integrar los cinco análisis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A7335-BE8E-4725-86BA-5333D800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Recomendación de trabajo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93501-6E4B-4AA5-89DE-7716195B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810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Recomendar Go con condiciones solo si la mezcla liberada tiene capacidad, los materiales críticos superan el umbral, los proveedores tienen mitigación y el margen permanece sobre el piso aprobado.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86DF8-1AA0-4A80-A564-863B668C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716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Pregunta final para ChatGPT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A564E-B2DE-431C-9696-9E10CF82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Integra los cinco archivos. Separa hechos, cálculos, supuestos y decisiones. Presenta una recomendación con condiciones verificables.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F13BE-32D7-4742-BC3C-6207AE42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Validación humana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3C6E7-5F93-4614-A8AD-0CDB6606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La dirección debe confirmar umbrales, responsables, fechas y presupuesto.</a:t>
            </a:r>
          </a:p>
        </p:txBody>
      </p:sp>
    </p:spTree>
    <p:extLst>
      <p:ext uri="{BB962C8B-B14F-4D97-AF65-F5344CB8AC3E}">
        <p14:creationId xmlns:p14="http://schemas.microsoft.com/office/powerpoint/2010/main" val="9072800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1C490-76C2-4340-AD3D-239F1C76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Cierre | Ruta de uso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1D14C-3404-472C-B8EA-C2BF1D60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Análisis estructurado y validación de negocio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8A46E-C23C-4191-8F95-060BE977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Archivos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5D109-E9F1-4560-9E1B-1423F2D4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Subir uno por uno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1F8AA-109D-491D-B7E7-BDAED74E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Análisis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4637D-CCA8-472D-ACCD-2E2A5418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36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Preguntar y desafiar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950C3-E810-4309-AE8F-1E379A3F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Decisión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47CEF-BD52-4E13-8C88-FA236CAC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336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Validar gates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51363-6BB9-46A3-B690-85F5C3E5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4A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A5E"/>
                </a:solidFill>
                <a:latin typeface="Arial"/>
                <a:ea typeface="Arial"/>
                <a:cs typeface="Arial"/>
              </a:rPr>
              <a:t>Resultado esperado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57920-9F98-4E8B-AB59-67953CB3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Una recomendación trazable para la rampa automotriz, con límites explícitos y próximos pasos claros.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1CB53-E149-4BD0-8C47-696BDF31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Caso NovaDrive · Material de capacitación</a:t>
            </a:r>
          </a:p>
        </p:txBody>
      </p:sp>
    </p:spTree>
    <p:extLst>
      <p:ext uri="{BB962C8B-B14F-4D97-AF65-F5344CB8AC3E}">
        <p14:creationId xmlns:p14="http://schemas.microsoft.com/office/powerpoint/2010/main" val="13633324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2026-09-14T19:18:24.1580000Z</dcterms:created>
  <dcterms:modified xsi:type="dcterms:W3CDTF">2026-09-14T19:18:24.1580000Z</dcterms:modified>
</coreProperties>
</file>