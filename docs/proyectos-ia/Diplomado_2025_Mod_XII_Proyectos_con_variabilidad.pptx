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3" r:id="rId2"/>
  </p:sldMasterIdLst>
  <p:notesMasterIdLst>
    <p:notesMasterId r:id="rId11"/>
  </p:notesMasterIdLst>
  <p:handoutMasterIdLst>
    <p:handoutMasterId r:id="rId12"/>
  </p:handoutMasterIdLst>
  <p:sldIdLst>
    <p:sldId id="18634" r:id="rId3"/>
    <p:sldId id="256" r:id="rId4"/>
    <p:sldId id="18638" r:id="rId5"/>
    <p:sldId id="4655" r:id="rId6"/>
    <p:sldId id="4656" r:id="rId7"/>
    <p:sldId id="4657" r:id="rId8"/>
    <p:sldId id="4658" r:id="rId9"/>
    <p:sldId id="18635" r:id="rId10"/>
  </p:sldIdLst>
  <p:sldSz cx="12192000" cy="6858000"/>
  <p:notesSz cx="7315200" cy="96012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58">
          <p15:clr>
            <a:srgbClr val="A4A3A4"/>
          </p15:clr>
        </p15:guide>
        <p15:guide id="3" pos="619" userDrawn="1">
          <p15:clr>
            <a:srgbClr val="A4A3A4"/>
          </p15:clr>
        </p15:guide>
        <p15:guide id="4" pos="72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D2EC"/>
    <a:srgbClr val="FFEC00"/>
    <a:srgbClr val="F5F1E8"/>
    <a:srgbClr val="FFFF66"/>
    <a:srgbClr val="D7E7F5"/>
    <a:srgbClr val="FFF7E1"/>
    <a:srgbClr val="50FF64"/>
    <a:srgbClr val="7030A0"/>
    <a:srgbClr val="50FF32"/>
    <a:srgbClr val="3636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22" autoAdjust="0"/>
    <p:restoredTop sz="70673" autoAdjust="0"/>
  </p:normalViewPr>
  <p:slideViewPr>
    <p:cSldViewPr snapToGrid="0" snapToObjects="1">
      <p:cViewPr varScale="1">
        <p:scale>
          <a:sx n="88" d="100"/>
          <a:sy n="88" d="100"/>
        </p:scale>
        <p:origin x="555" y="270"/>
      </p:cViewPr>
      <p:guideLst>
        <p:guide orient="horz" pos="2160"/>
        <p:guide pos="3858"/>
        <p:guide pos="619"/>
        <p:guide pos="7287"/>
      </p:guideLst>
    </p:cSldViewPr>
  </p:slid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46" d="100"/>
          <a:sy n="46" d="100"/>
        </p:scale>
        <p:origin x="2619" y="71"/>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789557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1" y="1"/>
            <a:ext cx="3169920" cy="481727"/>
          </a:xfrm>
          <a:prstGeom prst="rect">
            <a:avLst/>
          </a:prstGeom>
        </p:spPr>
        <p:txBody>
          <a:bodyPr vert="horz" lIns="96652" tIns="48327" rIns="96652" bIns="48327" rtlCol="0"/>
          <a:lstStyle>
            <a:lvl1pPr algn="l">
              <a:defRPr sz="1300"/>
            </a:lvl1pPr>
          </a:lstStyle>
          <a:p>
            <a:endParaRPr lang="es-MX"/>
          </a:p>
        </p:txBody>
      </p:sp>
      <p:sp>
        <p:nvSpPr>
          <p:cNvPr id="3" name="Marcador de fecha 2"/>
          <p:cNvSpPr>
            <a:spLocks noGrp="1"/>
          </p:cNvSpPr>
          <p:nvPr>
            <p:ph type="dt" idx="1"/>
          </p:nvPr>
        </p:nvSpPr>
        <p:spPr>
          <a:xfrm>
            <a:off x="4143587" y="1"/>
            <a:ext cx="3169920" cy="481727"/>
          </a:xfrm>
          <a:prstGeom prst="rect">
            <a:avLst/>
          </a:prstGeom>
        </p:spPr>
        <p:txBody>
          <a:bodyPr vert="horz" lIns="96652" tIns="48327" rIns="96652" bIns="48327" rtlCol="0"/>
          <a:lstStyle>
            <a:lvl1pPr algn="r">
              <a:defRPr sz="1300"/>
            </a:lvl1pPr>
          </a:lstStyle>
          <a:p>
            <a:fld id="{EDE75EBD-B9AC-724B-AD2A-A4A15581C23C}" type="datetimeFigureOut">
              <a:rPr lang="es-MX" smtClean="0"/>
              <a:t>11/11/2025</a:t>
            </a:fld>
            <a:endParaRPr lang="es-MX"/>
          </a:p>
        </p:txBody>
      </p:sp>
      <p:sp>
        <p:nvSpPr>
          <p:cNvPr id="4" name="Marcador de imagen de diapositiva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2" tIns="48327" rIns="96652" bIns="48327" rtlCol="0" anchor="ctr"/>
          <a:lstStyle/>
          <a:p>
            <a:endParaRPr lang="es-MX"/>
          </a:p>
        </p:txBody>
      </p:sp>
      <p:sp>
        <p:nvSpPr>
          <p:cNvPr id="5" name="Marcador de notas 4"/>
          <p:cNvSpPr>
            <a:spLocks noGrp="1"/>
          </p:cNvSpPr>
          <p:nvPr>
            <p:ph type="body" sz="quarter" idx="3"/>
          </p:nvPr>
        </p:nvSpPr>
        <p:spPr>
          <a:xfrm>
            <a:off x="731521" y="4620578"/>
            <a:ext cx="5852160" cy="3780474"/>
          </a:xfrm>
          <a:prstGeom prst="rect">
            <a:avLst/>
          </a:prstGeom>
        </p:spPr>
        <p:txBody>
          <a:bodyPr vert="horz" lIns="96652" tIns="48327" rIns="96652" bIns="48327"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1" y="9119475"/>
            <a:ext cx="3169920" cy="481726"/>
          </a:xfrm>
          <a:prstGeom prst="rect">
            <a:avLst/>
          </a:prstGeom>
        </p:spPr>
        <p:txBody>
          <a:bodyPr vert="horz" lIns="96652" tIns="48327" rIns="96652" bIns="48327" rtlCol="0" anchor="b"/>
          <a:lstStyle>
            <a:lvl1pPr algn="l">
              <a:defRPr sz="1300"/>
            </a:lvl1pPr>
          </a:lstStyle>
          <a:p>
            <a:endParaRPr lang="es-MX"/>
          </a:p>
        </p:txBody>
      </p:sp>
      <p:sp>
        <p:nvSpPr>
          <p:cNvPr id="7" name="Marcador de número de diapositiva 6"/>
          <p:cNvSpPr>
            <a:spLocks noGrp="1"/>
          </p:cNvSpPr>
          <p:nvPr>
            <p:ph type="sldNum" sz="quarter" idx="5"/>
          </p:nvPr>
        </p:nvSpPr>
        <p:spPr>
          <a:xfrm>
            <a:off x="4143587" y="9119475"/>
            <a:ext cx="3169920" cy="481726"/>
          </a:xfrm>
          <a:prstGeom prst="rect">
            <a:avLst/>
          </a:prstGeom>
        </p:spPr>
        <p:txBody>
          <a:bodyPr vert="horz" lIns="96652" tIns="48327" rIns="96652" bIns="48327" rtlCol="0" anchor="b"/>
          <a:lstStyle>
            <a:lvl1pPr algn="r">
              <a:defRPr sz="1300"/>
            </a:lvl1pPr>
          </a:lstStyle>
          <a:p>
            <a:fld id="{98894399-53F9-9442-B0D8-8FD026373867}" type="slidenum">
              <a:rPr lang="es-MX" smtClean="0"/>
              <a:t>‹Nº›</a:t>
            </a:fld>
            <a:endParaRPr lang="es-MX"/>
          </a:p>
        </p:txBody>
      </p:sp>
    </p:spTree>
    <p:extLst>
      <p:ext uri="{BB962C8B-B14F-4D97-AF65-F5344CB8AC3E}">
        <p14:creationId xmlns:p14="http://schemas.microsoft.com/office/powerpoint/2010/main" val="166295306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it-IT" sz="14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4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447308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13D29-91D0-A132-ED9A-B1172B6AC8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D808D13-6234-CDA9-4B90-A6B7B405E1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1C53E3A-5468-FA6A-A429-77B98E10950C}"/>
              </a:ext>
            </a:extLst>
          </p:cNvPr>
          <p:cNvSpPr>
            <a:spLocks noGrp="1"/>
          </p:cNvSpPr>
          <p:nvPr>
            <p:ph type="body" idx="1"/>
          </p:nvPr>
        </p:nvSpPr>
        <p:spPr/>
        <p:txBody>
          <a:bodyPr/>
          <a:lstStyle/>
          <a:p>
            <a:endParaRPr lang="es-MX"/>
          </a:p>
        </p:txBody>
      </p:sp>
    </p:spTree>
    <p:extLst>
      <p:ext uri="{BB962C8B-B14F-4D97-AF65-F5344CB8AC3E}">
        <p14:creationId xmlns:p14="http://schemas.microsoft.com/office/powerpoint/2010/main" val="251730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5" name="Google Shape;845;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F962F1-4B08-EC4C-A6BE-F097EC6E7714}"/>
              </a:ext>
            </a:extLst>
          </p:cNvPr>
          <p:cNvSpPr>
            <a:spLocks noGrp="1"/>
          </p:cNvSpPr>
          <p:nvPr>
            <p:ph type="title"/>
          </p:nvPr>
        </p:nvSpPr>
        <p:spPr/>
        <p:txBody>
          <a:bodyPr/>
          <a:lstStyle/>
          <a:p>
            <a:r>
              <a:rPr lang="es-MX" dirty="0"/>
              <a:t>Haz clic para modificar el estilo de título del patrón</a:t>
            </a:r>
          </a:p>
        </p:txBody>
      </p:sp>
      <p:sp>
        <p:nvSpPr>
          <p:cNvPr id="3" name="Marcador de contenido 2">
            <a:extLst>
              <a:ext uri="{FF2B5EF4-FFF2-40B4-BE49-F238E27FC236}">
                <a16:creationId xmlns:a16="http://schemas.microsoft.com/office/drawing/2014/main" id="{5103C524-75CA-8249-819F-B0A7092BBDD4}"/>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número de diapositiva 5">
            <a:extLst>
              <a:ext uri="{FF2B5EF4-FFF2-40B4-BE49-F238E27FC236}">
                <a16:creationId xmlns:a16="http://schemas.microsoft.com/office/drawing/2014/main" id="{7F418C14-FFCF-C44B-9F30-4700E04A6185}"/>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2611637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8" name="Imagen 12">
            <a:extLst>
              <a:ext uri="{FF2B5EF4-FFF2-40B4-BE49-F238E27FC236}">
                <a16:creationId xmlns:a16="http://schemas.microsoft.com/office/drawing/2014/main" id="{E1019451-1A6D-D846-8CFD-482E64F66F0F}"/>
              </a:ext>
            </a:extLst>
          </p:cNvPr>
          <p:cNvPicPr>
            <a:picLocks noChangeAspect="1"/>
          </p:cNvPicPr>
          <p:nvPr userDrawn="1"/>
        </p:nvPicPr>
        <p:blipFill>
          <a:blip r:embed="rId2"/>
          <a:stretch>
            <a:fillRect/>
          </a:stretch>
        </p:blipFill>
        <p:spPr>
          <a:xfrm>
            <a:off x="0" y="6134106"/>
            <a:ext cx="6095999" cy="746830"/>
          </a:xfrm>
          <a:prstGeom prst="rect">
            <a:avLst/>
          </a:prstGeom>
        </p:spPr>
      </p:pic>
      <p:pic>
        <p:nvPicPr>
          <p:cNvPr id="9" name="Picture 8" descr="Sin título-2.png"/>
          <p:cNvPicPr>
            <a:picLocks noChangeAspect="1"/>
          </p:cNvPicPr>
          <p:nvPr userDrawn="1"/>
        </p:nvPicPr>
        <p:blipFill rotWithShape="1">
          <a:blip r:embed="rId3">
            <a:extLst>
              <a:ext uri="{28A0092B-C50C-407E-A947-70E740481C1C}">
                <a14:useLocalDpi xmlns:a14="http://schemas.microsoft.com/office/drawing/2010/main" val="0"/>
              </a:ext>
            </a:extLst>
          </a:blip>
          <a:srcRect t="9267" b="24410"/>
          <a:stretch/>
        </p:blipFill>
        <p:spPr>
          <a:xfrm>
            <a:off x="6223001" y="764498"/>
            <a:ext cx="5495924" cy="5471410"/>
          </a:xfrm>
          <a:prstGeom prst="rect">
            <a:avLst/>
          </a:prstGeom>
        </p:spPr>
      </p:pic>
      <p:sp>
        <p:nvSpPr>
          <p:cNvPr id="3" name="Marcador de texto 2"/>
          <p:cNvSpPr>
            <a:spLocks noGrp="1"/>
          </p:cNvSpPr>
          <p:nvPr>
            <p:ph type="body" sz="quarter" idx="13"/>
          </p:nvPr>
        </p:nvSpPr>
        <p:spPr>
          <a:xfrm>
            <a:off x="838200" y="1687958"/>
            <a:ext cx="5257801" cy="2743200"/>
          </a:xfrm>
        </p:spPr>
        <p:txBody>
          <a:bodyPr>
            <a:noAutofit/>
          </a:bodyPr>
          <a:lstStyle>
            <a:lvl1pPr marL="0" indent="0" algn="ctr">
              <a:buFontTx/>
              <a:buNone/>
              <a:defRPr sz="3600">
                <a:latin typeface="Verdana" panose="020B0604030504040204" pitchFamily="34" charset="0"/>
                <a:ea typeface="Verdana" panose="020B0604030504040204" pitchFamily="34" charset="0"/>
              </a:defRPr>
            </a:lvl1pPr>
            <a:lvl2pPr marL="457200" indent="0" algn="ctr">
              <a:buFontTx/>
              <a:buNone/>
              <a:defRPr sz="3200">
                <a:latin typeface="Verdana" panose="020B0604030504040204" pitchFamily="34" charset="0"/>
                <a:ea typeface="Verdana" panose="020B0604030504040204" pitchFamily="34" charset="0"/>
              </a:defRPr>
            </a:lvl2pPr>
            <a:lvl3pPr marL="914400" indent="0" algn="ctr">
              <a:buFontTx/>
              <a:buNone/>
              <a:defRPr sz="2800">
                <a:latin typeface="Verdana" panose="020B0604030504040204" pitchFamily="34" charset="0"/>
                <a:ea typeface="Verdana" panose="020B0604030504040204" pitchFamily="34" charset="0"/>
              </a:defRPr>
            </a:lvl3pPr>
            <a:lvl4pPr marL="1371600" indent="0" algn="ctr">
              <a:buFontTx/>
              <a:buNone/>
              <a:defRPr sz="2400">
                <a:latin typeface="Verdana" panose="020B0604030504040204" pitchFamily="34" charset="0"/>
                <a:ea typeface="Verdana" panose="020B0604030504040204" pitchFamily="34" charset="0"/>
              </a:defRPr>
            </a:lvl4pPr>
            <a:lvl5pPr marL="1828800" indent="0" algn="ctr">
              <a:buFontTx/>
              <a:buNone/>
              <a:defRPr sz="2400">
                <a:latin typeface="Verdana" panose="020B0604030504040204" pitchFamily="34" charset="0"/>
                <a:ea typeface="Verdana" panose="020B0604030504040204" pitchFamily="34" charset="0"/>
              </a:defRPr>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Rectángulo 1"/>
          <p:cNvSpPr/>
          <p:nvPr userDrawn="1"/>
        </p:nvSpPr>
        <p:spPr>
          <a:xfrm>
            <a:off x="0" y="0"/>
            <a:ext cx="12192000" cy="6865945"/>
          </a:xfrm>
          <a:prstGeom prst="rect">
            <a:avLst/>
          </a:prstGeom>
          <a:solidFill>
            <a:srgbClr val="36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77404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EB3B922-7AB7-5745-BA65-F7802B887ADB}"/>
              </a:ext>
            </a:extLst>
          </p:cNvPr>
          <p:cNvSpPr txBox="1">
            <a:spLocks/>
          </p:cNvSpPr>
          <p:nvPr userDrawn="1"/>
        </p:nvSpPr>
        <p:spPr>
          <a:xfrm>
            <a:off x="838200" y="248842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dirty="0">
                <a:solidFill>
                  <a:srgbClr val="363636"/>
                </a:solidFill>
                <a:latin typeface="Verdana"/>
                <a:cs typeface="Verdana"/>
              </a:rPr>
              <a:t>Capítulo</a:t>
            </a:r>
            <a:r>
              <a:rPr lang="es-MX" b="1" baseline="0" dirty="0">
                <a:solidFill>
                  <a:srgbClr val="363636"/>
                </a:solidFill>
                <a:latin typeface="Verdana"/>
                <a:cs typeface="Verdana"/>
              </a:rPr>
              <a:t> </a:t>
            </a:r>
            <a:r>
              <a:rPr lang="es-MX" b="0" baseline="0" dirty="0">
                <a:solidFill>
                  <a:srgbClr val="363636"/>
                </a:solidFill>
                <a:latin typeface="Verdana"/>
                <a:cs typeface="Verdana"/>
              </a:rPr>
              <a:t>No. 1</a:t>
            </a:r>
            <a:endParaRPr lang="es-MX" b="1" dirty="0">
              <a:solidFill>
                <a:srgbClr val="363636"/>
              </a:solidFill>
              <a:latin typeface="Verdana"/>
              <a:cs typeface="Verdana"/>
            </a:endParaRPr>
          </a:p>
        </p:txBody>
      </p:sp>
    </p:spTree>
    <p:extLst>
      <p:ext uri="{BB962C8B-B14F-4D97-AF65-F5344CB8AC3E}">
        <p14:creationId xmlns:p14="http://schemas.microsoft.com/office/powerpoint/2010/main" val="16441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5EB3B922-7AB7-5745-BA65-F7802B887ADB}"/>
              </a:ext>
            </a:extLst>
          </p:cNvPr>
          <p:cNvSpPr txBox="1">
            <a:spLocks/>
          </p:cNvSpPr>
          <p:nvPr userDrawn="1"/>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dirty="0">
                <a:solidFill>
                  <a:srgbClr val="363636"/>
                </a:solidFill>
                <a:latin typeface="Verdana"/>
                <a:cs typeface="Verdana"/>
              </a:rPr>
              <a:t>Titulares</a:t>
            </a:r>
          </a:p>
        </p:txBody>
      </p:sp>
      <p:sp>
        <p:nvSpPr>
          <p:cNvPr id="2" name="TextBox 1"/>
          <p:cNvSpPr txBox="1"/>
          <p:nvPr userDrawn="1"/>
        </p:nvSpPr>
        <p:spPr>
          <a:xfrm>
            <a:off x="990600" y="1858963"/>
            <a:ext cx="5105400" cy="369332"/>
          </a:xfrm>
          <a:prstGeom prst="rect">
            <a:avLst/>
          </a:prstGeom>
          <a:noFill/>
        </p:spPr>
        <p:txBody>
          <a:bodyPr wrap="square" rtlCol="0">
            <a:spAutoFit/>
          </a:bodyPr>
          <a:lstStyle/>
          <a:p>
            <a:r>
              <a:rPr lang="en-US" dirty="0"/>
              <a:t>XXXXX</a:t>
            </a:r>
          </a:p>
        </p:txBody>
      </p:sp>
    </p:spTree>
    <p:extLst>
      <p:ext uri="{BB962C8B-B14F-4D97-AF65-F5344CB8AC3E}">
        <p14:creationId xmlns:p14="http://schemas.microsoft.com/office/powerpoint/2010/main" val="2981808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10" name="Rectángulo 4"/>
          <p:cNvSpPr/>
          <p:nvPr userDrawn="1"/>
        </p:nvSpPr>
        <p:spPr>
          <a:xfrm>
            <a:off x="0" y="0"/>
            <a:ext cx="12192000" cy="6865945"/>
          </a:xfrm>
          <a:prstGeom prst="rect">
            <a:avLst/>
          </a:prstGeom>
          <a:solidFill>
            <a:srgbClr val="36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pic>
        <p:nvPicPr>
          <p:cNvPr id="11" name="Picture 10" descr="UDEM.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619625" y="2041768"/>
            <a:ext cx="2905126" cy="2506418"/>
          </a:xfrm>
          <a:prstGeom prst="rect">
            <a:avLst/>
          </a:prstGeom>
        </p:spPr>
      </p:pic>
      <p:sp>
        <p:nvSpPr>
          <p:cNvPr id="12" name="CuadroTexto 7">
            <a:extLst>
              <a:ext uri="{FF2B5EF4-FFF2-40B4-BE49-F238E27FC236}">
                <a16:creationId xmlns:a16="http://schemas.microsoft.com/office/drawing/2014/main" id="{88B5A606-713B-9D4A-96B1-9D5B42AB5318}"/>
              </a:ext>
            </a:extLst>
          </p:cNvPr>
          <p:cNvSpPr txBox="1"/>
          <p:nvPr userDrawn="1"/>
        </p:nvSpPr>
        <p:spPr>
          <a:xfrm>
            <a:off x="5000289" y="5423718"/>
            <a:ext cx="2149096" cy="400110"/>
          </a:xfrm>
          <a:prstGeom prst="rect">
            <a:avLst/>
          </a:prstGeom>
          <a:noFill/>
        </p:spPr>
        <p:txBody>
          <a:bodyPr wrap="none" rtlCol="0">
            <a:spAutoFit/>
          </a:bodyPr>
          <a:lstStyle/>
          <a:p>
            <a:r>
              <a:rPr lang="es-MX" sz="2000" b="1" dirty="0">
                <a:solidFill>
                  <a:srgbClr val="F5F1E8"/>
                </a:solidFill>
                <a:latin typeface="Verdana"/>
                <a:cs typeface="Verdana"/>
              </a:rPr>
              <a:t>udem.edu.mx</a:t>
            </a:r>
          </a:p>
        </p:txBody>
      </p:sp>
    </p:spTree>
    <p:extLst>
      <p:ext uri="{BB962C8B-B14F-4D97-AF65-F5344CB8AC3E}">
        <p14:creationId xmlns:p14="http://schemas.microsoft.com/office/powerpoint/2010/main" val="398832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224A39-B76D-1941-B212-22BF79F0823A}"/>
              </a:ext>
            </a:extLst>
          </p:cNvPr>
          <p:cNvSpPr>
            <a:spLocks noGrp="1"/>
          </p:cNvSpPr>
          <p:nvPr>
            <p:ph type="title"/>
          </p:nvPr>
        </p:nvSpPr>
        <p:spPr/>
        <p:txBody>
          <a:bodyPr/>
          <a:lstStyle/>
          <a:p>
            <a:r>
              <a:rPr lang="es-MX"/>
              <a:t>Haz clic para modificar el estilo de título del patrón</a:t>
            </a:r>
          </a:p>
        </p:txBody>
      </p:sp>
      <p:sp>
        <p:nvSpPr>
          <p:cNvPr id="4" name="Marcador de pie de página 3">
            <a:extLst>
              <a:ext uri="{FF2B5EF4-FFF2-40B4-BE49-F238E27FC236}">
                <a16:creationId xmlns:a16="http://schemas.microsoft.com/office/drawing/2014/main" id="{A0837359-156A-5441-B1CD-509DC4A1C93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D2F36AD-DDC1-044B-A739-2F4BC50D1627}"/>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3865589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1371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F145AA-F2FD-ED44-9443-2B5DEB25D95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A25B942C-AD4C-FB4F-8556-0AC2CC97BC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7E1030CA-32CD-0546-A5B4-1DF24DAB80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6" name="Marcador de pie de página 5">
            <a:extLst>
              <a:ext uri="{FF2B5EF4-FFF2-40B4-BE49-F238E27FC236}">
                <a16:creationId xmlns:a16="http://schemas.microsoft.com/office/drawing/2014/main" id="{9F0C099B-D99E-5841-B866-F1664D8A997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A48C64B-093C-1144-AA66-97AE53A7B834}"/>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2003920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04AF13-E305-CA4D-B1D9-646119332BB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B19D9D00-CF0E-0E4D-A88E-643AB22AAD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1ABC3F4-07D4-934E-9509-DF410DD607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6" name="Marcador de pie de página 5">
            <a:extLst>
              <a:ext uri="{FF2B5EF4-FFF2-40B4-BE49-F238E27FC236}">
                <a16:creationId xmlns:a16="http://schemas.microsoft.com/office/drawing/2014/main" id="{2EB8C53A-93CC-B34A-9FE9-A89945897BC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70C01EB-6C5F-7F4F-9A3A-BE5813B5C5F3}"/>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1856007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EABDEA-A126-0643-837C-F268ABCC4A84}"/>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A08A7756-6623-FA45-98DE-3A21F2A15D43}"/>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pie de página 4">
            <a:extLst>
              <a:ext uri="{FF2B5EF4-FFF2-40B4-BE49-F238E27FC236}">
                <a16:creationId xmlns:a16="http://schemas.microsoft.com/office/drawing/2014/main" id="{725899DA-FBEB-5F44-944D-18C4FA45570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C3E0C3A-1175-2E46-9EFA-72FD28333FCF}"/>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3245079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C817306-A0FA-B349-B9D9-BCAFAED7B8B7}"/>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3E4227AA-3AFB-9E40-928F-68B154E18F18}"/>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pie de página 4">
            <a:extLst>
              <a:ext uri="{FF2B5EF4-FFF2-40B4-BE49-F238E27FC236}">
                <a16:creationId xmlns:a16="http://schemas.microsoft.com/office/drawing/2014/main" id="{A4C67C78-0611-C645-836A-40E9AAC7932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3FEACF0-BF48-5444-8C72-1BA62F2EE07A}"/>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348928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arkBackground">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43B2BE8A-C619-48C4-A966-09BD439D0751}"/>
              </a:ext>
            </a:extLst>
          </p:cNvPr>
          <p:cNvSpPr>
            <a:spLocks noGrp="1" noChangeAspect="1"/>
          </p:cNvSpPr>
          <p:nvPr>
            <p:ph type="pic" sz="quarter" idx="13"/>
          </p:nvPr>
        </p:nvSpPr>
        <p:spPr>
          <a:xfrm>
            <a:off x="263594" y="303603"/>
            <a:ext cx="1654606" cy="715374"/>
          </a:xfrm>
          <a:effectLst/>
        </p:spPr>
        <p:txBody>
          <a:bodyPr>
            <a:normAutofit/>
          </a:bodyPr>
          <a:lstStyle>
            <a:lvl1pPr marL="0" indent="0">
              <a:buNone/>
              <a:defRPr sz="21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207471852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Full Image">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latin typeface="Roboto Light" charset="0"/>
            </a:endParaRPr>
          </a:p>
        </p:txBody>
      </p:sp>
      <p:sp>
        <p:nvSpPr>
          <p:cNvPr id="4" name="Picture Placeholder 13"/>
          <p:cNvSpPr>
            <a:spLocks noGrp="1"/>
          </p:cNvSpPr>
          <p:nvPr>
            <p:ph type="pic" sz="quarter" idx="13"/>
          </p:nvPr>
        </p:nvSpPr>
        <p:spPr>
          <a:xfrm>
            <a:off x="0" y="0"/>
            <a:ext cx="12214865" cy="6858000"/>
          </a:xfrm>
          <a:effectLst/>
        </p:spPr>
        <p:txBody>
          <a:bodyPr>
            <a:normAutofit/>
          </a:bodyPr>
          <a:lstStyle>
            <a:lvl1pPr marL="0" indent="0">
              <a:buNone/>
              <a:defRPr sz="21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396738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2_Diapositiva de título">
  <p:cSld name="12_Diapositiva de título">
    <p:spTree>
      <p:nvGrpSpPr>
        <p:cNvPr id="1" name="Shape 52"/>
        <p:cNvGrpSpPr/>
        <p:nvPr/>
      </p:nvGrpSpPr>
      <p:grpSpPr>
        <a:xfrm>
          <a:off x="0" y="0"/>
          <a:ext cx="0" cy="0"/>
          <a:chOff x="0" y="0"/>
          <a:chExt cx="0" cy="0"/>
        </a:xfrm>
      </p:grpSpPr>
      <p:sp>
        <p:nvSpPr>
          <p:cNvPr id="53" name="Google Shape;53;p95"/>
          <p:cNvSpPr txBox="1">
            <a:spLocks noGrp="1"/>
          </p:cNvSpPr>
          <p:nvPr>
            <p:ph type="ctrTitle"/>
          </p:nvPr>
        </p:nvSpPr>
        <p:spPr>
          <a:xfrm>
            <a:off x="4471331" y="959155"/>
            <a:ext cx="7040280"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95"/>
          <p:cNvSpPr txBox="1">
            <a:spLocks noGrp="1"/>
          </p:cNvSpPr>
          <p:nvPr>
            <p:ph type="subTitle" idx="1"/>
          </p:nvPr>
        </p:nvSpPr>
        <p:spPr>
          <a:xfrm>
            <a:off x="4471331" y="1937924"/>
            <a:ext cx="7040280" cy="4188243"/>
          </a:xfrm>
          <a:prstGeom prst="rect">
            <a:avLst/>
          </a:prstGeom>
          <a:noFill/>
          <a:ln>
            <a:noFill/>
          </a:ln>
        </p:spPr>
        <p:txBody>
          <a:bodyPr spcFirstLastPara="1" wrap="square" lIns="121875" tIns="60925" rIns="121875" bIns="60925" anchor="t" anchorCtr="0">
            <a:normAutofit/>
          </a:bodyPr>
          <a:lstStyle>
            <a:lvl1pPr lvl="0" algn="l">
              <a:spcBef>
                <a:spcPts val="400"/>
              </a:spcBef>
              <a:spcAft>
                <a:spcPts val="0"/>
              </a:spcAft>
              <a:buSzPts val="2000"/>
              <a:buFont typeface="Arial"/>
              <a:buChar char="•"/>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55" name="Google Shape;55;p95"/>
          <p:cNvSpPr>
            <a:spLocks noGrp="1"/>
          </p:cNvSpPr>
          <p:nvPr>
            <p:ph type="pic" idx="2"/>
          </p:nvPr>
        </p:nvSpPr>
        <p:spPr>
          <a:xfrm>
            <a:off x="2" y="0"/>
            <a:ext cx="4063998" cy="6858000"/>
          </a:xfrm>
          <a:prstGeom prst="rect">
            <a:avLst/>
          </a:prstGeom>
          <a:solidFill>
            <a:srgbClr val="F2F2F2"/>
          </a:solidFill>
          <a:ln>
            <a:noFill/>
          </a:ln>
        </p:spPr>
      </p:sp>
    </p:spTree>
    <p:extLst>
      <p:ext uri="{BB962C8B-B14F-4D97-AF65-F5344CB8AC3E}">
        <p14:creationId xmlns:p14="http://schemas.microsoft.com/office/powerpoint/2010/main" val="5501964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337363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Diapositiva de título" type="title">
  <p:cSld name="1_Diapositiva de título">
    <p:bg>
      <p:bgPr>
        <a:blipFill>
          <a:blip r:embed="rId2">
            <a:alphaModFix/>
          </a:blip>
          <a:stretch>
            <a:fillRect/>
          </a:stretch>
        </a:blipFill>
        <a:effectLst/>
      </p:bgPr>
    </p:bg>
    <p:spTree>
      <p:nvGrpSpPr>
        <p:cNvPr id="1" name="Shape 14"/>
        <p:cNvGrpSpPr/>
        <p:nvPr/>
      </p:nvGrpSpPr>
      <p:grpSpPr>
        <a:xfrm>
          <a:off x="0" y="0"/>
          <a:ext cx="0" cy="0"/>
          <a:chOff x="0" y="0"/>
          <a:chExt cx="0" cy="0"/>
        </a:xfrm>
      </p:grpSpPr>
      <p:sp>
        <p:nvSpPr>
          <p:cNvPr id="15" name="Google Shape;15;p85"/>
          <p:cNvSpPr txBox="1">
            <a:spLocks noGrp="1"/>
          </p:cNvSpPr>
          <p:nvPr>
            <p:ph type="ctrTitle"/>
          </p:nvPr>
        </p:nvSpPr>
        <p:spPr>
          <a:xfrm>
            <a:off x="914401" y="2130429"/>
            <a:ext cx="10363200"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85"/>
          <p:cNvSpPr txBox="1">
            <a:spLocks noGrp="1"/>
          </p:cNvSpPr>
          <p:nvPr>
            <p:ph type="subTitle" idx="1"/>
          </p:nvPr>
        </p:nvSpPr>
        <p:spPr>
          <a:xfrm>
            <a:off x="914401" y="3886200"/>
            <a:ext cx="10363200"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Tree>
    <p:extLst>
      <p:ext uri="{BB962C8B-B14F-4D97-AF65-F5344CB8AC3E}">
        <p14:creationId xmlns:p14="http://schemas.microsoft.com/office/powerpoint/2010/main" val="766448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Dos objetos">
  <p:cSld name="1_Dos objetos">
    <p:spTree>
      <p:nvGrpSpPr>
        <p:cNvPr id="1" name="Shape 17"/>
        <p:cNvGrpSpPr/>
        <p:nvPr/>
      </p:nvGrpSpPr>
      <p:grpSpPr>
        <a:xfrm>
          <a:off x="0" y="0"/>
          <a:ext cx="0" cy="0"/>
          <a:chOff x="0" y="0"/>
          <a:chExt cx="0" cy="0"/>
        </a:xfrm>
      </p:grpSpPr>
      <p:sp>
        <p:nvSpPr>
          <p:cNvPr id="18" name="Google Shape;18;p86"/>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6"/>
          <p:cNvSpPr txBox="1">
            <a:spLocks noGrp="1"/>
          </p:cNvSpPr>
          <p:nvPr>
            <p:ph type="body" idx="1"/>
          </p:nvPr>
        </p:nvSpPr>
        <p:spPr>
          <a:xfrm>
            <a:off x="609601" y="1926975"/>
            <a:ext cx="356643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20" name="Google Shape;20;p86"/>
          <p:cNvSpPr txBox="1">
            <a:spLocks noGrp="1"/>
          </p:cNvSpPr>
          <p:nvPr>
            <p:ph type="body" idx="2"/>
          </p:nvPr>
        </p:nvSpPr>
        <p:spPr>
          <a:xfrm>
            <a:off x="4319465" y="1926975"/>
            <a:ext cx="356643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21" name="Google Shape;21;p86"/>
          <p:cNvSpPr txBox="1">
            <a:spLocks noGrp="1"/>
          </p:cNvSpPr>
          <p:nvPr>
            <p:ph type="body" idx="3"/>
          </p:nvPr>
        </p:nvSpPr>
        <p:spPr>
          <a:xfrm>
            <a:off x="8038337" y="1926975"/>
            <a:ext cx="356643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Tree>
    <p:extLst>
      <p:ext uri="{BB962C8B-B14F-4D97-AF65-F5344CB8AC3E}">
        <p14:creationId xmlns:p14="http://schemas.microsoft.com/office/powerpoint/2010/main" val="7395921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ítulo y objetos" type="obj">
  <p:cSld name="1_Título y objetos">
    <p:spTree>
      <p:nvGrpSpPr>
        <p:cNvPr id="1" name="Shape 22"/>
        <p:cNvGrpSpPr/>
        <p:nvPr/>
      </p:nvGrpSpPr>
      <p:grpSpPr>
        <a:xfrm>
          <a:off x="0" y="0"/>
          <a:ext cx="0" cy="0"/>
          <a:chOff x="0" y="0"/>
          <a:chExt cx="0" cy="0"/>
        </a:xfrm>
      </p:grpSpPr>
      <p:sp>
        <p:nvSpPr>
          <p:cNvPr id="23" name="Google Shape;23;p87"/>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87"/>
          <p:cNvSpPr txBox="1">
            <a:spLocks noGrp="1"/>
          </p:cNvSpPr>
          <p:nvPr>
            <p:ph type="body" idx="1"/>
          </p:nvPr>
        </p:nvSpPr>
        <p:spPr>
          <a:xfrm>
            <a:off x="609600" y="1937924"/>
            <a:ext cx="10972801" cy="41882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679187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Diapositiva de título">
  <p:cSld name="2_Diapositiva de título">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88"/>
          <p:cNvSpPr txBox="1">
            <a:spLocks noGrp="1"/>
          </p:cNvSpPr>
          <p:nvPr>
            <p:ph type="ctrTitle"/>
          </p:nvPr>
        </p:nvSpPr>
        <p:spPr>
          <a:xfrm>
            <a:off x="914401" y="2130429"/>
            <a:ext cx="10363200"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88"/>
          <p:cNvSpPr txBox="1">
            <a:spLocks noGrp="1"/>
          </p:cNvSpPr>
          <p:nvPr>
            <p:ph type="subTitle" idx="1"/>
          </p:nvPr>
        </p:nvSpPr>
        <p:spPr>
          <a:xfrm>
            <a:off x="914401" y="3886200"/>
            <a:ext cx="10363200"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Tree>
    <p:extLst>
      <p:ext uri="{BB962C8B-B14F-4D97-AF65-F5344CB8AC3E}">
        <p14:creationId xmlns:p14="http://schemas.microsoft.com/office/powerpoint/2010/main" val="37771792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Diapositiva de título">
  <p:cSld name="3_Diapositiva de título">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89"/>
          <p:cNvSpPr txBox="1">
            <a:spLocks noGrp="1"/>
          </p:cNvSpPr>
          <p:nvPr>
            <p:ph type="ctrTitle"/>
          </p:nvPr>
        </p:nvSpPr>
        <p:spPr>
          <a:xfrm>
            <a:off x="914401" y="2130429"/>
            <a:ext cx="10363200"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89"/>
          <p:cNvSpPr txBox="1">
            <a:spLocks noGrp="1"/>
          </p:cNvSpPr>
          <p:nvPr>
            <p:ph type="subTitle" idx="1"/>
          </p:nvPr>
        </p:nvSpPr>
        <p:spPr>
          <a:xfrm>
            <a:off x="914401" y="3886200"/>
            <a:ext cx="10363200"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dirty="0"/>
          </a:p>
        </p:txBody>
      </p:sp>
    </p:spTree>
    <p:extLst>
      <p:ext uri="{BB962C8B-B14F-4D97-AF65-F5344CB8AC3E}">
        <p14:creationId xmlns:p14="http://schemas.microsoft.com/office/powerpoint/2010/main" val="18267974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4_Diapositiva de título">
  <p:cSld name="4_Diapositiva de título">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90"/>
          <p:cNvSpPr txBox="1">
            <a:spLocks noGrp="1"/>
          </p:cNvSpPr>
          <p:nvPr>
            <p:ph type="ctrTitle"/>
          </p:nvPr>
        </p:nvSpPr>
        <p:spPr>
          <a:xfrm>
            <a:off x="6693935"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90"/>
          <p:cNvSpPr txBox="1">
            <a:spLocks noGrp="1"/>
          </p:cNvSpPr>
          <p:nvPr>
            <p:ph type="subTitle" idx="1"/>
          </p:nvPr>
        </p:nvSpPr>
        <p:spPr>
          <a:xfrm>
            <a:off x="6693934"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34" name="Google Shape;34;p90"/>
          <p:cNvSpPr txBox="1"/>
          <p:nvPr/>
        </p:nvSpPr>
        <p:spPr>
          <a:xfrm>
            <a:off x="1" y="6642342"/>
            <a:ext cx="2814316" cy="2000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700" b="0" i="0" u="none" strike="noStrike" cap="none">
                <a:solidFill>
                  <a:srgbClr val="A5A5A5"/>
                </a:solidFill>
                <a:latin typeface="Arial"/>
                <a:ea typeface="Arial"/>
                <a:cs typeface="Arial"/>
                <a:sym typeface="Arial"/>
              </a:rPr>
              <a:t>© DERECHOS RESERVADOS UNIVERSIDAD DE MONTERREY</a:t>
            </a:r>
            <a:endParaRPr sz="1800"/>
          </a:p>
        </p:txBody>
      </p:sp>
      <p:sp>
        <p:nvSpPr>
          <p:cNvPr id="35" name="Google Shape;35;p90"/>
          <p:cNvSpPr>
            <a:spLocks noGrp="1"/>
          </p:cNvSpPr>
          <p:nvPr>
            <p:ph type="pic" idx="2"/>
          </p:nvPr>
        </p:nvSpPr>
        <p:spPr>
          <a:xfrm>
            <a:off x="0" y="0"/>
            <a:ext cx="6107432" cy="6858000"/>
          </a:xfrm>
          <a:prstGeom prst="rect">
            <a:avLst/>
          </a:prstGeom>
          <a:solidFill>
            <a:srgbClr val="262626"/>
          </a:solidFill>
          <a:ln>
            <a:noFill/>
          </a:ln>
        </p:spPr>
      </p:sp>
    </p:spTree>
    <p:extLst>
      <p:ext uri="{BB962C8B-B14F-4D97-AF65-F5344CB8AC3E}">
        <p14:creationId xmlns:p14="http://schemas.microsoft.com/office/powerpoint/2010/main" val="20707150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5_Diapositiva de título">
  <p:cSld name="5_Diapositiva de título">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91"/>
          <p:cNvSpPr txBox="1">
            <a:spLocks noGrp="1"/>
          </p:cNvSpPr>
          <p:nvPr>
            <p:ph type="ctrTitle"/>
          </p:nvPr>
        </p:nvSpPr>
        <p:spPr>
          <a:xfrm>
            <a:off x="6693935"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91"/>
          <p:cNvSpPr txBox="1">
            <a:spLocks noGrp="1"/>
          </p:cNvSpPr>
          <p:nvPr>
            <p:ph type="subTitle" idx="1"/>
          </p:nvPr>
        </p:nvSpPr>
        <p:spPr>
          <a:xfrm>
            <a:off x="6693934"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39" name="Google Shape;39;p91"/>
          <p:cNvSpPr>
            <a:spLocks noGrp="1"/>
          </p:cNvSpPr>
          <p:nvPr>
            <p:ph type="pic" idx="2"/>
          </p:nvPr>
        </p:nvSpPr>
        <p:spPr>
          <a:xfrm>
            <a:off x="0" y="0"/>
            <a:ext cx="6117595" cy="6858000"/>
          </a:xfrm>
          <a:prstGeom prst="rect">
            <a:avLst/>
          </a:prstGeom>
          <a:solidFill>
            <a:srgbClr val="FFF524"/>
          </a:solidFill>
          <a:ln>
            <a:noFill/>
          </a:ln>
        </p:spPr>
      </p:sp>
    </p:spTree>
    <p:extLst>
      <p:ext uri="{BB962C8B-B14F-4D97-AF65-F5344CB8AC3E}">
        <p14:creationId xmlns:p14="http://schemas.microsoft.com/office/powerpoint/2010/main" val="25404962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4_Diapositiva de título">
  <p:cSld name="14_Diapositiva de título">
    <p:spTree>
      <p:nvGrpSpPr>
        <p:cNvPr id="1" name="Shape 44"/>
        <p:cNvGrpSpPr/>
        <p:nvPr/>
      </p:nvGrpSpPr>
      <p:grpSpPr>
        <a:xfrm>
          <a:off x="0" y="0"/>
          <a:ext cx="0" cy="0"/>
          <a:chOff x="0" y="0"/>
          <a:chExt cx="0" cy="0"/>
        </a:xfrm>
      </p:grpSpPr>
      <p:sp>
        <p:nvSpPr>
          <p:cNvPr id="45" name="Google Shape;45;p93"/>
          <p:cNvSpPr txBox="1">
            <a:spLocks noGrp="1"/>
          </p:cNvSpPr>
          <p:nvPr>
            <p:ph type="ctrTitle"/>
          </p:nvPr>
        </p:nvSpPr>
        <p:spPr>
          <a:xfrm>
            <a:off x="6385949" y="959155"/>
            <a:ext cx="5125662"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93"/>
          <p:cNvSpPr txBox="1">
            <a:spLocks noGrp="1"/>
          </p:cNvSpPr>
          <p:nvPr>
            <p:ph type="subTitle" idx="1"/>
          </p:nvPr>
        </p:nvSpPr>
        <p:spPr>
          <a:xfrm>
            <a:off x="6385949" y="1937924"/>
            <a:ext cx="5125662" cy="4188243"/>
          </a:xfrm>
          <a:prstGeom prst="rect">
            <a:avLst/>
          </a:prstGeom>
          <a:noFill/>
          <a:ln>
            <a:noFill/>
          </a:ln>
        </p:spPr>
        <p:txBody>
          <a:bodyPr spcFirstLastPara="1" wrap="square" lIns="121875" tIns="60925" rIns="121875" bIns="60925" anchor="t" anchorCtr="0">
            <a:normAutofit/>
          </a:bodyPr>
          <a:lstStyle>
            <a:lvl1pPr lvl="0" algn="l">
              <a:spcBef>
                <a:spcPts val="400"/>
              </a:spcBef>
              <a:spcAft>
                <a:spcPts val="0"/>
              </a:spcAft>
              <a:buSzPts val="2000"/>
              <a:buFont typeface="Arial"/>
              <a:buChar char="•"/>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47" name="Google Shape;47;p93"/>
          <p:cNvSpPr>
            <a:spLocks noGrp="1"/>
          </p:cNvSpPr>
          <p:nvPr>
            <p:ph type="pic" idx="2"/>
          </p:nvPr>
        </p:nvSpPr>
        <p:spPr>
          <a:xfrm>
            <a:off x="0" y="0"/>
            <a:ext cx="6096001" cy="6858000"/>
          </a:xfrm>
          <a:prstGeom prst="rect">
            <a:avLst/>
          </a:prstGeom>
          <a:solidFill>
            <a:srgbClr val="F2F2F2"/>
          </a:solidFill>
          <a:ln>
            <a:noFill/>
          </a:ln>
        </p:spPr>
      </p:sp>
    </p:spTree>
    <p:extLst>
      <p:ext uri="{BB962C8B-B14F-4D97-AF65-F5344CB8AC3E}">
        <p14:creationId xmlns:p14="http://schemas.microsoft.com/office/powerpoint/2010/main" val="35997995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9_Diapositiva de título">
  <p:cSld name="9_Diapositiva de título">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94"/>
          <p:cNvSpPr txBox="1">
            <a:spLocks noGrp="1"/>
          </p:cNvSpPr>
          <p:nvPr>
            <p:ph type="ctrTitle"/>
          </p:nvPr>
        </p:nvSpPr>
        <p:spPr>
          <a:xfrm>
            <a:off x="556024"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94"/>
          <p:cNvSpPr txBox="1">
            <a:spLocks noGrp="1"/>
          </p:cNvSpPr>
          <p:nvPr>
            <p:ph type="subTitle" idx="1"/>
          </p:nvPr>
        </p:nvSpPr>
        <p:spPr>
          <a:xfrm>
            <a:off x="556022"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51" name="Google Shape;51;p94"/>
          <p:cNvSpPr>
            <a:spLocks noGrp="1"/>
          </p:cNvSpPr>
          <p:nvPr>
            <p:ph type="pic" idx="2"/>
          </p:nvPr>
        </p:nvSpPr>
        <p:spPr>
          <a:xfrm>
            <a:off x="6087109" y="0"/>
            <a:ext cx="6104892" cy="6858000"/>
          </a:xfrm>
          <a:prstGeom prst="rect">
            <a:avLst/>
          </a:prstGeom>
          <a:solidFill>
            <a:srgbClr val="F2F2F2"/>
          </a:solidFill>
          <a:ln>
            <a:noFill/>
          </a:ln>
        </p:spPr>
      </p:sp>
    </p:spTree>
    <p:extLst>
      <p:ext uri="{BB962C8B-B14F-4D97-AF65-F5344CB8AC3E}">
        <p14:creationId xmlns:p14="http://schemas.microsoft.com/office/powerpoint/2010/main" val="37237978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os objetos" type="twoObj">
  <p:cSld name="Dos objetos">
    <p:spTree>
      <p:nvGrpSpPr>
        <p:cNvPr id="1" name="Shape 56"/>
        <p:cNvGrpSpPr/>
        <p:nvPr/>
      </p:nvGrpSpPr>
      <p:grpSpPr>
        <a:xfrm>
          <a:off x="0" y="0"/>
          <a:ext cx="0" cy="0"/>
          <a:chOff x="0" y="0"/>
          <a:chExt cx="0" cy="0"/>
        </a:xfrm>
      </p:grpSpPr>
      <p:sp>
        <p:nvSpPr>
          <p:cNvPr id="57" name="Google Shape;57;p96"/>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96"/>
          <p:cNvSpPr txBox="1">
            <a:spLocks noGrp="1"/>
          </p:cNvSpPr>
          <p:nvPr>
            <p:ph type="body" idx="1"/>
          </p:nvPr>
        </p:nvSpPr>
        <p:spPr>
          <a:xfrm>
            <a:off x="609600" y="1926975"/>
            <a:ext cx="5384800" cy="4199191"/>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59" name="Google Shape;59;p96"/>
          <p:cNvSpPr txBox="1">
            <a:spLocks noGrp="1"/>
          </p:cNvSpPr>
          <p:nvPr>
            <p:ph type="body" idx="2"/>
          </p:nvPr>
        </p:nvSpPr>
        <p:spPr>
          <a:xfrm>
            <a:off x="6197600" y="1926975"/>
            <a:ext cx="5384800" cy="4199191"/>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Tree>
    <p:extLst>
      <p:ext uri="{BB962C8B-B14F-4D97-AF65-F5344CB8AC3E}">
        <p14:creationId xmlns:p14="http://schemas.microsoft.com/office/powerpoint/2010/main" val="15975422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60"/>
        <p:cNvGrpSpPr/>
        <p:nvPr/>
      </p:nvGrpSpPr>
      <p:grpSpPr>
        <a:xfrm>
          <a:off x="0" y="0"/>
          <a:ext cx="0" cy="0"/>
          <a:chOff x="0" y="0"/>
          <a:chExt cx="0" cy="0"/>
        </a:xfrm>
      </p:grpSpPr>
      <p:sp>
        <p:nvSpPr>
          <p:cNvPr id="61" name="Google Shape;61;p97"/>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97"/>
          <p:cNvSpPr txBox="1">
            <a:spLocks noGrp="1"/>
          </p:cNvSpPr>
          <p:nvPr>
            <p:ph type="body" idx="1"/>
          </p:nvPr>
        </p:nvSpPr>
        <p:spPr>
          <a:xfrm>
            <a:off x="609600" y="1887842"/>
            <a:ext cx="5386917" cy="639763"/>
          </a:xfrm>
          <a:prstGeom prst="rect">
            <a:avLst/>
          </a:prstGeom>
          <a:noFill/>
          <a:ln>
            <a:noFill/>
          </a:ln>
        </p:spPr>
        <p:txBody>
          <a:bodyPr spcFirstLastPara="1" wrap="square" lIns="121875" tIns="60925" rIns="121875" bIns="60925" anchor="b" anchorCtr="0">
            <a:noAutofit/>
          </a:bodyPr>
          <a:lstStyle>
            <a:lvl1pPr marL="457200" lvl="0" indent="-228600" algn="l">
              <a:spcBef>
                <a:spcPts val="480"/>
              </a:spcBef>
              <a:spcAft>
                <a:spcPts val="0"/>
              </a:spcAft>
              <a:buSzPts val="2400"/>
              <a:buNone/>
              <a:defRPr sz="2400" b="1">
                <a:solidFill>
                  <a:srgbClr val="3F3F3F"/>
                </a:solidFill>
              </a:defRPr>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63" name="Google Shape;63;p97"/>
          <p:cNvSpPr txBox="1">
            <a:spLocks noGrp="1"/>
          </p:cNvSpPr>
          <p:nvPr>
            <p:ph type="body" idx="2"/>
          </p:nvPr>
        </p:nvSpPr>
        <p:spPr>
          <a:xfrm>
            <a:off x="609600" y="2638641"/>
            <a:ext cx="5386917" cy="3487523"/>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64" name="Google Shape;64;p97"/>
          <p:cNvSpPr txBox="1">
            <a:spLocks noGrp="1"/>
          </p:cNvSpPr>
          <p:nvPr>
            <p:ph type="body" idx="3"/>
          </p:nvPr>
        </p:nvSpPr>
        <p:spPr>
          <a:xfrm>
            <a:off x="6193370" y="1887842"/>
            <a:ext cx="5389033" cy="639763"/>
          </a:xfrm>
          <a:prstGeom prst="rect">
            <a:avLst/>
          </a:prstGeom>
          <a:noFill/>
          <a:ln>
            <a:noFill/>
          </a:ln>
        </p:spPr>
        <p:txBody>
          <a:bodyPr spcFirstLastPara="1" wrap="square" lIns="121875" tIns="60925" rIns="121875" bIns="60925" anchor="b" anchorCtr="0">
            <a:noAutofit/>
          </a:bodyPr>
          <a:lstStyle>
            <a:lvl1pPr marL="457200" lvl="0" indent="-228600" algn="l">
              <a:spcBef>
                <a:spcPts val="480"/>
              </a:spcBef>
              <a:spcAft>
                <a:spcPts val="0"/>
              </a:spcAft>
              <a:buSzPts val="2400"/>
              <a:buNone/>
              <a:defRPr sz="2400" b="1">
                <a:solidFill>
                  <a:srgbClr val="3F3F3F"/>
                </a:solidFill>
              </a:defRPr>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65" name="Google Shape;65;p97"/>
          <p:cNvSpPr txBox="1">
            <a:spLocks noGrp="1"/>
          </p:cNvSpPr>
          <p:nvPr>
            <p:ph type="body" idx="4"/>
          </p:nvPr>
        </p:nvSpPr>
        <p:spPr>
          <a:xfrm>
            <a:off x="6193370" y="2638641"/>
            <a:ext cx="5389033" cy="3487523"/>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Tree>
    <p:extLst>
      <p:ext uri="{BB962C8B-B14F-4D97-AF65-F5344CB8AC3E}">
        <p14:creationId xmlns:p14="http://schemas.microsoft.com/office/powerpoint/2010/main" val="38295166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_Dos objetos">
  <p:cSld name="2_Dos objetos">
    <p:spTree>
      <p:nvGrpSpPr>
        <p:cNvPr id="1" name="Shape 66"/>
        <p:cNvGrpSpPr/>
        <p:nvPr/>
      </p:nvGrpSpPr>
      <p:grpSpPr>
        <a:xfrm>
          <a:off x="0" y="0"/>
          <a:ext cx="0" cy="0"/>
          <a:chOff x="0" y="0"/>
          <a:chExt cx="0" cy="0"/>
        </a:xfrm>
      </p:grpSpPr>
      <p:sp>
        <p:nvSpPr>
          <p:cNvPr id="67" name="Google Shape;67;p98"/>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98"/>
          <p:cNvSpPr txBox="1">
            <a:spLocks noGrp="1"/>
          </p:cNvSpPr>
          <p:nvPr>
            <p:ph type="body" idx="1"/>
          </p:nvPr>
        </p:nvSpPr>
        <p:spPr>
          <a:xfrm>
            <a:off x="609600" y="1926975"/>
            <a:ext cx="2583968"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69" name="Google Shape;69;p98"/>
          <p:cNvSpPr txBox="1">
            <a:spLocks noGrp="1"/>
          </p:cNvSpPr>
          <p:nvPr>
            <p:ph type="body" idx="2"/>
          </p:nvPr>
        </p:nvSpPr>
        <p:spPr>
          <a:xfrm>
            <a:off x="3405879" y="1926975"/>
            <a:ext cx="2583968"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70" name="Google Shape;70;p98"/>
          <p:cNvSpPr txBox="1">
            <a:spLocks noGrp="1"/>
          </p:cNvSpPr>
          <p:nvPr>
            <p:ph type="body" idx="3"/>
          </p:nvPr>
        </p:nvSpPr>
        <p:spPr>
          <a:xfrm>
            <a:off x="6212420" y="1926975"/>
            <a:ext cx="257370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71" name="Google Shape;71;p98"/>
          <p:cNvSpPr txBox="1">
            <a:spLocks noGrp="1"/>
          </p:cNvSpPr>
          <p:nvPr>
            <p:ph type="body" idx="4"/>
          </p:nvPr>
        </p:nvSpPr>
        <p:spPr>
          <a:xfrm>
            <a:off x="9014759" y="1926975"/>
            <a:ext cx="257370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Tree>
    <p:extLst>
      <p:ext uri="{BB962C8B-B14F-4D97-AF65-F5344CB8AC3E}">
        <p14:creationId xmlns:p14="http://schemas.microsoft.com/office/powerpoint/2010/main" val="21194181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ólo el título" type="titleOnly">
  <p:cSld name="Sólo el título">
    <p:spTree>
      <p:nvGrpSpPr>
        <p:cNvPr id="1" name="Shape 72"/>
        <p:cNvGrpSpPr/>
        <p:nvPr/>
      </p:nvGrpSpPr>
      <p:grpSpPr>
        <a:xfrm>
          <a:off x="0" y="0"/>
          <a:ext cx="0" cy="0"/>
          <a:chOff x="0" y="0"/>
          <a:chExt cx="0" cy="0"/>
        </a:xfrm>
      </p:grpSpPr>
      <p:sp>
        <p:nvSpPr>
          <p:cNvPr id="73" name="Google Shape;73;p99"/>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1516151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Sólo el título">
  <p:cSld name="1_Sólo el título">
    <p:spTree>
      <p:nvGrpSpPr>
        <p:cNvPr id="1" name="Shape 74"/>
        <p:cNvGrpSpPr/>
        <p:nvPr/>
      </p:nvGrpSpPr>
      <p:grpSpPr>
        <a:xfrm>
          <a:off x="0" y="0"/>
          <a:ext cx="0" cy="0"/>
          <a:chOff x="0" y="0"/>
          <a:chExt cx="0" cy="0"/>
        </a:xfrm>
      </p:grpSpPr>
      <p:sp>
        <p:nvSpPr>
          <p:cNvPr id="75" name="Google Shape;75;p100"/>
          <p:cNvSpPr/>
          <p:nvPr/>
        </p:nvSpPr>
        <p:spPr>
          <a:xfrm>
            <a:off x="-1" y="644205"/>
            <a:ext cx="12192001" cy="5990276"/>
          </a:xfrm>
          <a:prstGeom prst="rect">
            <a:avLst/>
          </a:prstGeom>
          <a:solidFill>
            <a:srgbClr val="EDEDE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FFFFFF"/>
              </a:solidFill>
              <a:latin typeface="Arial"/>
              <a:ea typeface="Arial"/>
              <a:cs typeface="Arial"/>
              <a:sym typeface="Arial"/>
            </a:endParaRPr>
          </a:p>
        </p:txBody>
      </p:sp>
      <p:sp>
        <p:nvSpPr>
          <p:cNvPr id="76" name="Google Shape;76;p100"/>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8841255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ido con título" type="objTx">
  <p:cSld name="Contenido con título">
    <p:spTree>
      <p:nvGrpSpPr>
        <p:cNvPr id="1" name="Shape 77"/>
        <p:cNvGrpSpPr/>
        <p:nvPr/>
      </p:nvGrpSpPr>
      <p:grpSpPr>
        <a:xfrm>
          <a:off x="0" y="0"/>
          <a:ext cx="0" cy="0"/>
          <a:chOff x="0" y="0"/>
          <a:chExt cx="0" cy="0"/>
        </a:xfrm>
      </p:grpSpPr>
      <p:sp>
        <p:nvSpPr>
          <p:cNvPr id="78" name="Google Shape;78;p101"/>
          <p:cNvSpPr txBox="1">
            <a:spLocks noGrp="1"/>
          </p:cNvSpPr>
          <p:nvPr>
            <p:ph type="title"/>
          </p:nvPr>
        </p:nvSpPr>
        <p:spPr>
          <a:xfrm>
            <a:off x="609604" y="843052"/>
            <a:ext cx="4011084" cy="89779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rgbClr val="333333"/>
              </a:buClr>
              <a:buSzPts val="2700"/>
              <a:buFont typeface="Arial"/>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01"/>
          <p:cNvSpPr txBox="1">
            <a:spLocks noGrp="1"/>
          </p:cNvSpPr>
          <p:nvPr>
            <p:ph type="body" idx="1"/>
          </p:nvPr>
        </p:nvSpPr>
        <p:spPr>
          <a:xfrm>
            <a:off x="4766733" y="864948"/>
            <a:ext cx="6815667" cy="5556840"/>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80" name="Google Shape;80;p101"/>
          <p:cNvSpPr txBox="1">
            <a:spLocks noGrp="1"/>
          </p:cNvSpPr>
          <p:nvPr>
            <p:ph type="body" idx="2"/>
          </p:nvPr>
        </p:nvSpPr>
        <p:spPr>
          <a:xfrm>
            <a:off x="609604" y="1968178"/>
            <a:ext cx="4011084" cy="4453611"/>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Tree>
    <p:extLst>
      <p:ext uri="{BB962C8B-B14F-4D97-AF65-F5344CB8AC3E}">
        <p14:creationId xmlns:p14="http://schemas.microsoft.com/office/powerpoint/2010/main" val="17288991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Imagen con título" type="picTx">
  <p:cSld name="Imagen con título">
    <p:spTree>
      <p:nvGrpSpPr>
        <p:cNvPr id="1" name="Shape 81"/>
        <p:cNvGrpSpPr/>
        <p:nvPr/>
      </p:nvGrpSpPr>
      <p:grpSpPr>
        <a:xfrm>
          <a:off x="0" y="0"/>
          <a:ext cx="0" cy="0"/>
          <a:chOff x="0" y="0"/>
          <a:chExt cx="0" cy="0"/>
        </a:xfrm>
      </p:grpSpPr>
      <p:sp>
        <p:nvSpPr>
          <p:cNvPr id="82" name="Google Shape;82;p102"/>
          <p:cNvSpPr txBox="1">
            <a:spLocks noGrp="1"/>
          </p:cNvSpPr>
          <p:nvPr>
            <p:ph type="title"/>
          </p:nvPr>
        </p:nvSpPr>
        <p:spPr>
          <a:xfrm>
            <a:off x="2389718" y="5019582"/>
            <a:ext cx="7315200"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rgbClr val="333333"/>
              </a:buClr>
              <a:buSzPts val="2700"/>
              <a:buFont typeface="Arial"/>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02"/>
          <p:cNvSpPr>
            <a:spLocks noGrp="1"/>
          </p:cNvSpPr>
          <p:nvPr>
            <p:ph type="pic" idx="2"/>
          </p:nvPr>
        </p:nvSpPr>
        <p:spPr>
          <a:xfrm>
            <a:off x="2389718" y="831755"/>
            <a:ext cx="7315200" cy="4114800"/>
          </a:xfrm>
          <a:prstGeom prst="rect">
            <a:avLst/>
          </a:prstGeom>
          <a:noFill/>
          <a:ln>
            <a:noFill/>
          </a:ln>
        </p:spPr>
      </p:sp>
      <p:sp>
        <p:nvSpPr>
          <p:cNvPr id="84" name="Google Shape;84;p102"/>
          <p:cNvSpPr txBox="1">
            <a:spLocks noGrp="1"/>
          </p:cNvSpPr>
          <p:nvPr>
            <p:ph type="body" idx="1"/>
          </p:nvPr>
        </p:nvSpPr>
        <p:spPr>
          <a:xfrm>
            <a:off x="2389718" y="5586320"/>
            <a:ext cx="7315200"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Tree>
    <p:extLst>
      <p:ext uri="{BB962C8B-B14F-4D97-AF65-F5344CB8AC3E}">
        <p14:creationId xmlns:p14="http://schemas.microsoft.com/office/powerpoint/2010/main" val="5106297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Imagen con título">
  <p:cSld name="1_Imagen con título">
    <p:spTree>
      <p:nvGrpSpPr>
        <p:cNvPr id="1" name="Shape 85"/>
        <p:cNvGrpSpPr/>
        <p:nvPr/>
      </p:nvGrpSpPr>
      <p:grpSpPr>
        <a:xfrm>
          <a:off x="0" y="0"/>
          <a:ext cx="0" cy="0"/>
          <a:chOff x="0" y="0"/>
          <a:chExt cx="0" cy="0"/>
        </a:xfrm>
      </p:grpSpPr>
      <p:sp>
        <p:nvSpPr>
          <p:cNvPr id="86" name="Google Shape;86;p103"/>
          <p:cNvSpPr>
            <a:spLocks noGrp="1"/>
          </p:cNvSpPr>
          <p:nvPr>
            <p:ph type="pic" idx="2"/>
          </p:nvPr>
        </p:nvSpPr>
        <p:spPr>
          <a:xfrm>
            <a:off x="3" y="629920"/>
            <a:ext cx="12192000" cy="5974080"/>
          </a:xfrm>
          <a:prstGeom prst="rect">
            <a:avLst/>
          </a:prstGeom>
          <a:solidFill>
            <a:srgbClr val="F2F2F2"/>
          </a:solidFill>
          <a:ln>
            <a:noFill/>
          </a:ln>
        </p:spPr>
      </p:sp>
    </p:spTree>
    <p:extLst>
      <p:ext uri="{BB962C8B-B14F-4D97-AF65-F5344CB8AC3E}">
        <p14:creationId xmlns:p14="http://schemas.microsoft.com/office/powerpoint/2010/main" val="3922869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87"/>
        <p:cNvGrpSpPr/>
        <p:nvPr/>
      </p:nvGrpSpPr>
      <p:grpSpPr>
        <a:xfrm>
          <a:off x="0" y="0"/>
          <a:ext cx="0" cy="0"/>
          <a:chOff x="0" y="0"/>
          <a:chExt cx="0" cy="0"/>
        </a:xfrm>
      </p:grpSpPr>
      <p:sp>
        <p:nvSpPr>
          <p:cNvPr id="88" name="Google Shape;88;p104"/>
          <p:cNvSpPr txBox="1">
            <a:spLocks noGrp="1"/>
          </p:cNvSpPr>
          <p:nvPr>
            <p:ph type="ctrTitle"/>
          </p:nvPr>
        </p:nvSpPr>
        <p:spPr>
          <a:xfrm>
            <a:off x="914401" y="2130429"/>
            <a:ext cx="10363200"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04"/>
          <p:cNvSpPr txBox="1">
            <a:spLocks noGrp="1"/>
          </p:cNvSpPr>
          <p:nvPr>
            <p:ph type="subTitle" idx="1"/>
          </p:nvPr>
        </p:nvSpPr>
        <p:spPr>
          <a:xfrm>
            <a:off x="914401" y="3886200"/>
            <a:ext cx="10363200"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Tree>
    <p:extLst>
      <p:ext uri="{BB962C8B-B14F-4D97-AF65-F5344CB8AC3E}">
        <p14:creationId xmlns:p14="http://schemas.microsoft.com/office/powerpoint/2010/main" val="6585388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8_Diapositiva de título">
  <p:cSld name="8_Diapositiva de título">
    <p:bg>
      <p:bgPr>
        <a:blipFill>
          <a:blip r:embed="rId2">
            <a:alphaModFix/>
          </a:blip>
          <a:stretch>
            <a:fillRect/>
          </a:stretch>
        </a:blipFill>
        <a:effectLst/>
      </p:bgPr>
    </p:bg>
    <p:spTree>
      <p:nvGrpSpPr>
        <p:cNvPr id="1" name="Shape 90"/>
        <p:cNvGrpSpPr/>
        <p:nvPr/>
      </p:nvGrpSpPr>
      <p:grpSpPr>
        <a:xfrm>
          <a:off x="0" y="0"/>
          <a:ext cx="0" cy="0"/>
          <a:chOff x="0" y="0"/>
          <a:chExt cx="0" cy="0"/>
        </a:xfrm>
      </p:grpSpPr>
      <p:sp>
        <p:nvSpPr>
          <p:cNvPr id="91" name="Google Shape;91;p105"/>
          <p:cNvSpPr txBox="1">
            <a:spLocks noGrp="1"/>
          </p:cNvSpPr>
          <p:nvPr>
            <p:ph type="ctrTitle"/>
          </p:nvPr>
        </p:nvSpPr>
        <p:spPr>
          <a:xfrm>
            <a:off x="556016"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05"/>
          <p:cNvSpPr txBox="1">
            <a:spLocks noGrp="1"/>
          </p:cNvSpPr>
          <p:nvPr>
            <p:ph type="subTitle" idx="1"/>
          </p:nvPr>
        </p:nvSpPr>
        <p:spPr>
          <a:xfrm>
            <a:off x="556014"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93" name="Google Shape;93;p105"/>
          <p:cNvSpPr>
            <a:spLocks noGrp="1"/>
          </p:cNvSpPr>
          <p:nvPr>
            <p:ph type="pic" idx="2"/>
          </p:nvPr>
        </p:nvSpPr>
        <p:spPr>
          <a:xfrm>
            <a:off x="6076947" y="0"/>
            <a:ext cx="6115054" cy="6858000"/>
          </a:xfrm>
          <a:prstGeom prst="rect">
            <a:avLst/>
          </a:prstGeom>
          <a:solidFill>
            <a:srgbClr val="FFF524"/>
          </a:solidFill>
          <a:ln>
            <a:noFill/>
          </a:ln>
        </p:spPr>
      </p:sp>
    </p:spTree>
    <p:extLst>
      <p:ext uri="{BB962C8B-B14F-4D97-AF65-F5344CB8AC3E}">
        <p14:creationId xmlns:p14="http://schemas.microsoft.com/office/powerpoint/2010/main" val="21934732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7_Diapositiva de título">
  <p:cSld name="7_Diapositiva de título">
    <p:bg>
      <p:bgPr>
        <a:blipFill>
          <a:blip r:embed="rId2">
            <a:alphaModFix/>
          </a:blip>
          <a:stretch>
            <a:fillRect/>
          </a:stretch>
        </a:blipFill>
        <a:effectLst/>
      </p:bgPr>
    </p:bg>
    <p:spTree>
      <p:nvGrpSpPr>
        <p:cNvPr id="1" name="Shape 94"/>
        <p:cNvGrpSpPr/>
        <p:nvPr/>
      </p:nvGrpSpPr>
      <p:grpSpPr>
        <a:xfrm>
          <a:off x="0" y="0"/>
          <a:ext cx="0" cy="0"/>
          <a:chOff x="0" y="0"/>
          <a:chExt cx="0" cy="0"/>
        </a:xfrm>
      </p:grpSpPr>
      <p:sp>
        <p:nvSpPr>
          <p:cNvPr id="95" name="Google Shape;95;p106"/>
          <p:cNvSpPr txBox="1">
            <a:spLocks noGrp="1"/>
          </p:cNvSpPr>
          <p:nvPr>
            <p:ph type="ctrTitle"/>
          </p:nvPr>
        </p:nvSpPr>
        <p:spPr>
          <a:xfrm>
            <a:off x="576347"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106"/>
          <p:cNvSpPr txBox="1">
            <a:spLocks noGrp="1"/>
          </p:cNvSpPr>
          <p:nvPr>
            <p:ph type="subTitle" idx="1"/>
          </p:nvPr>
        </p:nvSpPr>
        <p:spPr>
          <a:xfrm>
            <a:off x="576347"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97" name="Google Shape;97;p106"/>
          <p:cNvSpPr>
            <a:spLocks noGrp="1"/>
          </p:cNvSpPr>
          <p:nvPr>
            <p:ph type="pic" idx="2"/>
          </p:nvPr>
        </p:nvSpPr>
        <p:spPr>
          <a:xfrm>
            <a:off x="6076947" y="0"/>
            <a:ext cx="6115054" cy="6858000"/>
          </a:xfrm>
          <a:prstGeom prst="rect">
            <a:avLst/>
          </a:prstGeom>
          <a:solidFill>
            <a:srgbClr val="262626"/>
          </a:solidFill>
          <a:ln>
            <a:noFill/>
          </a:ln>
        </p:spPr>
      </p:sp>
    </p:spTree>
    <p:extLst>
      <p:ext uri="{BB962C8B-B14F-4D97-AF65-F5344CB8AC3E}">
        <p14:creationId xmlns:p14="http://schemas.microsoft.com/office/powerpoint/2010/main" val="37696478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ítulo y objetos">
  <p:cSld name="Título y objetos">
    <p:bg>
      <p:bgPr>
        <a:blipFill>
          <a:blip r:embed="rId2">
            <a:alphaModFix/>
          </a:blip>
          <a:stretch>
            <a:fillRect/>
          </a:stretch>
        </a:blipFill>
        <a:effectLst/>
      </p:bgPr>
    </p:bg>
    <p:spTree>
      <p:nvGrpSpPr>
        <p:cNvPr id="1" name="Shape 98"/>
        <p:cNvGrpSpPr/>
        <p:nvPr/>
      </p:nvGrpSpPr>
      <p:grpSpPr>
        <a:xfrm>
          <a:off x="0" y="0"/>
          <a:ext cx="0" cy="0"/>
          <a:chOff x="0" y="0"/>
          <a:chExt cx="0" cy="0"/>
        </a:xfrm>
      </p:grpSpPr>
      <p:sp>
        <p:nvSpPr>
          <p:cNvPr id="99" name="Google Shape;99;p107"/>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107"/>
          <p:cNvSpPr txBox="1">
            <a:spLocks noGrp="1"/>
          </p:cNvSpPr>
          <p:nvPr>
            <p:ph type="body" idx="1"/>
          </p:nvPr>
        </p:nvSpPr>
        <p:spPr>
          <a:xfrm>
            <a:off x="609600" y="1937924"/>
            <a:ext cx="10972801" cy="4188243"/>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Clr>
                <a:srgbClr val="F9D10E"/>
              </a:buClr>
              <a:buSzPts val="2000"/>
              <a:buFont typeface="Noto Sans Symbols"/>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6666927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Encabezado de sección" type="secHead">
  <p:cSld name="Encabezado de sección">
    <p:spTree>
      <p:nvGrpSpPr>
        <p:cNvPr id="1" name="Shape 101"/>
        <p:cNvGrpSpPr/>
        <p:nvPr/>
      </p:nvGrpSpPr>
      <p:grpSpPr>
        <a:xfrm>
          <a:off x="0" y="0"/>
          <a:ext cx="0" cy="0"/>
          <a:chOff x="0" y="0"/>
          <a:chExt cx="0" cy="0"/>
        </a:xfrm>
      </p:grpSpPr>
      <p:sp>
        <p:nvSpPr>
          <p:cNvPr id="102" name="Google Shape;102;p108"/>
          <p:cNvSpPr txBox="1">
            <a:spLocks noGrp="1"/>
          </p:cNvSpPr>
          <p:nvPr>
            <p:ph type="title"/>
          </p:nvPr>
        </p:nvSpPr>
        <p:spPr>
          <a:xfrm>
            <a:off x="963084" y="4406902"/>
            <a:ext cx="10363200" cy="1362075"/>
          </a:xfrm>
          <a:prstGeom prst="rect">
            <a:avLst/>
          </a:prstGeom>
          <a:noFill/>
          <a:ln>
            <a:noFill/>
          </a:ln>
        </p:spPr>
        <p:txBody>
          <a:bodyPr spcFirstLastPara="1" wrap="square" lIns="121875" tIns="60925" rIns="121875" bIns="60925" anchor="t" anchorCtr="0">
            <a:normAutofit/>
          </a:bodyPr>
          <a:lstStyle>
            <a:lvl1pPr lvl="0" algn="l">
              <a:spcBef>
                <a:spcPts val="0"/>
              </a:spcBef>
              <a:spcAft>
                <a:spcPts val="0"/>
              </a:spcAft>
              <a:buClr>
                <a:srgbClr val="333333"/>
              </a:buClr>
              <a:buSzPts val="5300"/>
              <a:buFont typeface="Arial"/>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108"/>
          <p:cNvSpPr txBox="1">
            <a:spLocks noGrp="1"/>
          </p:cNvSpPr>
          <p:nvPr>
            <p:ph type="body" idx="1"/>
          </p:nvPr>
        </p:nvSpPr>
        <p:spPr>
          <a:xfrm>
            <a:off x="963084" y="2906713"/>
            <a:ext cx="10363200" cy="1500187"/>
          </a:xfrm>
          <a:prstGeom prst="rect">
            <a:avLst/>
          </a:prstGeom>
          <a:noFill/>
          <a:ln>
            <a:noFill/>
          </a:ln>
        </p:spPr>
        <p:txBody>
          <a:bodyPr spcFirstLastPara="1" wrap="square" lIns="121875" tIns="60925" rIns="121875" bIns="60925" anchor="b" anchorCtr="0">
            <a:normAutofit/>
          </a:bodyPr>
          <a:lstStyle>
            <a:lvl1pPr marL="457200" lvl="0" indent="-228600" algn="l">
              <a:spcBef>
                <a:spcPts val="540"/>
              </a:spcBef>
              <a:spcAft>
                <a:spcPts val="0"/>
              </a:spcAft>
              <a:buSzPts val="2700"/>
              <a:buNone/>
              <a:defRPr sz="2700">
                <a:solidFill>
                  <a:srgbClr val="888888"/>
                </a:solidFill>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extLst>
      <p:ext uri="{BB962C8B-B14F-4D97-AF65-F5344CB8AC3E}">
        <p14:creationId xmlns:p14="http://schemas.microsoft.com/office/powerpoint/2010/main" val="14527065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En blanco" type="blank">
  <p:cSld name="En blanco">
    <p:spTree>
      <p:nvGrpSpPr>
        <p:cNvPr id="1" name="Shape 104"/>
        <p:cNvGrpSpPr/>
        <p:nvPr/>
      </p:nvGrpSpPr>
      <p:grpSpPr>
        <a:xfrm>
          <a:off x="0" y="0"/>
          <a:ext cx="0" cy="0"/>
          <a:chOff x="0" y="0"/>
          <a:chExt cx="0" cy="0"/>
        </a:xfrm>
      </p:grpSpPr>
    </p:spTree>
    <p:extLst>
      <p:ext uri="{BB962C8B-B14F-4D97-AF65-F5344CB8AC3E}">
        <p14:creationId xmlns:p14="http://schemas.microsoft.com/office/powerpoint/2010/main" val="14312877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1_Diapositiva de título">
  <p:cSld name="11_Diapositiva de título">
    <p:bg>
      <p:bgPr>
        <a:blipFill>
          <a:blip r:embed="rId2">
            <a:alphaModFix/>
          </a:blip>
          <a:stretch>
            <a:fillRect/>
          </a:stretch>
        </a:blipFill>
        <a:effectLst/>
      </p:bgPr>
    </p:bg>
    <p:spTree>
      <p:nvGrpSpPr>
        <p:cNvPr id="1" name="Shape 105"/>
        <p:cNvGrpSpPr/>
        <p:nvPr/>
      </p:nvGrpSpPr>
      <p:grpSpPr>
        <a:xfrm>
          <a:off x="0" y="0"/>
          <a:ext cx="0" cy="0"/>
          <a:chOff x="0" y="0"/>
          <a:chExt cx="0" cy="0"/>
        </a:xfrm>
      </p:grpSpPr>
      <p:sp>
        <p:nvSpPr>
          <p:cNvPr id="106" name="Google Shape;106;p110"/>
          <p:cNvSpPr txBox="1">
            <a:spLocks noGrp="1"/>
          </p:cNvSpPr>
          <p:nvPr>
            <p:ph type="ctrTitle"/>
          </p:nvPr>
        </p:nvSpPr>
        <p:spPr>
          <a:xfrm>
            <a:off x="6385949" y="959155"/>
            <a:ext cx="5125662"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110"/>
          <p:cNvSpPr txBox="1">
            <a:spLocks noGrp="1"/>
          </p:cNvSpPr>
          <p:nvPr>
            <p:ph type="subTitle" idx="1"/>
          </p:nvPr>
        </p:nvSpPr>
        <p:spPr>
          <a:xfrm>
            <a:off x="6385949" y="1937924"/>
            <a:ext cx="5125662" cy="4188243"/>
          </a:xfrm>
          <a:prstGeom prst="rect">
            <a:avLst/>
          </a:prstGeom>
          <a:noFill/>
          <a:ln>
            <a:noFill/>
          </a:ln>
        </p:spPr>
        <p:txBody>
          <a:bodyPr spcFirstLastPara="1" wrap="square" lIns="121875" tIns="60925" rIns="121875" bIns="60925" anchor="t" anchorCtr="0">
            <a:normAutofit/>
          </a:bodyPr>
          <a:lstStyle>
            <a:lvl1pPr lvl="0" algn="l">
              <a:spcBef>
                <a:spcPts val="400"/>
              </a:spcBef>
              <a:spcAft>
                <a:spcPts val="0"/>
              </a:spcAft>
              <a:buSzPts val="2000"/>
              <a:buFont typeface="Arial"/>
              <a:buChar char="•"/>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08" name="Google Shape;108;p110"/>
          <p:cNvSpPr>
            <a:spLocks noGrp="1"/>
          </p:cNvSpPr>
          <p:nvPr>
            <p:ph type="pic" idx="2"/>
          </p:nvPr>
        </p:nvSpPr>
        <p:spPr>
          <a:xfrm>
            <a:off x="1" y="0"/>
            <a:ext cx="6096001" cy="6858000"/>
          </a:xfrm>
          <a:prstGeom prst="rect">
            <a:avLst/>
          </a:prstGeom>
          <a:solidFill>
            <a:srgbClr val="FFF524"/>
          </a:solidFill>
          <a:ln>
            <a:noFill/>
          </a:ln>
        </p:spPr>
      </p:sp>
    </p:spTree>
    <p:extLst>
      <p:ext uri="{BB962C8B-B14F-4D97-AF65-F5344CB8AC3E}">
        <p14:creationId xmlns:p14="http://schemas.microsoft.com/office/powerpoint/2010/main" val="33585742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3_Diapositiva de título">
  <p:cSld name="13_Diapositiva de título">
    <p:bg>
      <p:bgPr>
        <a:blipFill>
          <a:blip r:embed="rId2">
            <a:alphaModFix/>
          </a:blip>
          <a:stretch>
            <a:fillRect/>
          </a:stretch>
        </a:blipFill>
        <a:effectLst/>
      </p:bgPr>
    </p:bg>
    <p:spTree>
      <p:nvGrpSpPr>
        <p:cNvPr id="1" name="Shape 109"/>
        <p:cNvGrpSpPr/>
        <p:nvPr/>
      </p:nvGrpSpPr>
      <p:grpSpPr>
        <a:xfrm>
          <a:off x="0" y="0"/>
          <a:ext cx="0" cy="0"/>
          <a:chOff x="0" y="0"/>
          <a:chExt cx="0" cy="0"/>
        </a:xfrm>
      </p:grpSpPr>
      <p:sp>
        <p:nvSpPr>
          <p:cNvPr id="110" name="Google Shape;110;p111"/>
          <p:cNvSpPr txBox="1">
            <a:spLocks noGrp="1"/>
          </p:cNvSpPr>
          <p:nvPr>
            <p:ph type="ctrTitle"/>
          </p:nvPr>
        </p:nvSpPr>
        <p:spPr>
          <a:xfrm>
            <a:off x="4471331" y="959155"/>
            <a:ext cx="7040280"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111"/>
          <p:cNvSpPr txBox="1">
            <a:spLocks noGrp="1"/>
          </p:cNvSpPr>
          <p:nvPr>
            <p:ph type="subTitle" idx="1"/>
          </p:nvPr>
        </p:nvSpPr>
        <p:spPr>
          <a:xfrm>
            <a:off x="4471331" y="1937924"/>
            <a:ext cx="7040280" cy="4188243"/>
          </a:xfrm>
          <a:prstGeom prst="rect">
            <a:avLst/>
          </a:prstGeom>
          <a:noFill/>
          <a:ln>
            <a:noFill/>
          </a:ln>
        </p:spPr>
        <p:txBody>
          <a:bodyPr spcFirstLastPara="1" wrap="square" lIns="121875" tIns="60925" rIns="121875" bIns="60925" anchor="t" anchorCtr="0">
            <a:normAutofit/>
          </a:bodyPr>
          <a:lstStyle>
            <a:lvl1pPr lvl="0" algn="l">
              <a:spcBef>
                <a:spcPts val="400"/>
              </a:spcBef>
              <a:spcAft>
                <a:spcPts val="0"/>
              </a:spcAft>
              <a:buSzPts val="2000"/>
              <a:buFont typeface="Arial"/>
              <a:buChar char="•"/>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12" name="Google Shape;112;p111"/>
          <p:cNvSpPr>
            <a:spLocks noGrp="1"/>
          </p:cNvSpPr>
          <p:nvPr>
            <p:ph type="pic" idx="2"/>
          </p:nvPr>
        </p:nvSpPr>
        <p:spPr>
          <a:xfrm>
            <a:off x="2" y="0"/>
            <a:ext cx="4063998" cy="6858000"/>
          </a:xfrm>
          <a:prstGeom prst="rect">
            <a:avLst/>
          </a:prstGeom>
          <a:solidFill>
            <a:srgbClr val="FFF524"/>
          </a:solidFill>
          <a:ln>
            <a:noFill/>
          </a:ln>
        </p:spPr>
      </p:sp>
    </p:spTree>
    <p:extLst>
      <p:ext uri="{BB962C8B-B14F-4D97-AF65-F5344CB8AC3E}">
        <p14:creationId xmlns:p14="http://schemas.microsoft.com/office/powerpoint/2010/main" val="1587734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theme" Target="../theme/theme2.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5AE6051-32FF-9B4B-B8E1-B1B809D7E4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39767A2E-8FAB-BB4B-9A05-1681571865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pie de página 4">
            <a:extLst>
              <a:ext uri="{FF2B5EF4-FFF2-40B4-BE49-F238E27FC236}">
                <a16:creationId xmlns:a16="http://schemas.microsoft.com/office/drawing/2014/main" id="{5BF5AF6E-72CF-6D4E-A31F-6F9A57F780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8E5971B2-3F52-F143-AE1E-D26F210EE4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65D1F1-27F4-134E-B4D6-D52A6905F80A}" type="slidenum">
              <a:rPr lang="es-MX" smtClean="0"/>
              <a:t>‹Nº›</a:t>
            </a:fld>
            <a:endParaRPr lang="es-MX"/>
          </a:p>
        </p:txBody>
      </p:sp>
      <p:pic>
        <p:nvPicPr>
          <p:cNvPr id="7" name="Imagen 12">
            <a:extLst>
              <a:ext uri="{FF2B5EF4-FFF2-40B4-BE49-F238E27FC236}">
                <a16:creationId xmlns:a16="http://schemas.microsoft.com/office/drawing/2014/main" id="{E1019451-1A6D-D846-8CFD-482E64F66F0F}"/>
              </a:ext>
            </a:extLst>
          </p:cNvPr>
          <p:cNvPicPr>
            <a:picLocks noChangeAspect="1"/>
          </p:cNvPicPr>
          <p:nvPr userDrawn="1"/>
        </p:nvPicPr>
        <p:blipFill>
          <a:blip r:embed="rId17"/>
          <a:stretch>
            <a:fillRect/>
          </a:stretch>
        </p:blipFill>
        <p:spPr>
          <a:xfrm>
            <a:off x="0" y="6141150"/>
            <a:ext cx="6095999" cy="746830"/>
          </a:xfrm>
          <a:prstGeom prst="rect">
            <a:avLst/>
          </a:prstGeom>
        </p:spPr>
      </p:pic>
      <p:sp>
        <p:nvSpPr>
          <p:cNvPr id="8" name="CuadroTexto 7">
            <a:extLst>
              <a:ext uri="{FF2B5EF4-FFF2-40B4-BE49-F238E27FC236}">
                <a16:creationId xmlns:a16="http://schemas.microsoft.com/office/drawing/2014/main" id="{8DAD3721-C012-4354-956D-A9ADF6967E36}"/>
              </a:ext>
            </a:extLst>
          </p:cNvPr>
          <p:cNvSpPr txBox="1"/>
          <p:nvPr userDrawn="1"/>
        </p:nvSpPr>
        <p:spPr>
          <a:xfrm>
            <a:off x="9834933" y="-34394"/>
            <a:ext cx="2574075"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chemeClr val="bg1">
                    <a:lumMod val="50000"/>
                  </a:schemeClr>
                </a:solidFill>
                <a:effectLst/>
                <a:uLnTx/>
                <a:uFillTx/>
              </a:rPr>
              <a:t> Dr. Juan Baldemar Garza V</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chemeClr val="bg1">
                    <a:lumMod val="50000"/>
                  </a:schemeClr>
                </a:solidFill>
                <a:effectLst/>
                <a:uLnTx/>
                <a:uFillTx/>
              </a:rPr>
              <a:t>Derechos reservados 2025</a:t>
            </a:r>
          </a:p>
        </p:txBody>
      </p:sp>
    </p:spTree>
    <p:extLst>
      <p:ext uri="{BB962C8B-B14F-4D97-AF65-F5344CB8AC3E}">
        <p14:creationId xmlns:p14="http://schemas.microsoft.com/office/powerpoint/2010/main" val="2812484659"/>
      </p:ext>
    </p:extLst>
  </p:cSld>
  <p:clrMap bg1="lt1" tx1="dk1" bg2="lt2" tx2="dk2" accent1="accent1" accent2="accent2" accent3="accent3" accent4="accent4" accent5="accent5" accent6="accent6" hlink="hlink" folHlink="folHlink"/>
  <p:sldLayoutIdLst>
    <p:sldLayoutId id="2147483650"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721" r:id="rId14"/>
    <p:sldLayoutId id="2147483722" r:id="rId1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27">
            <a:alphaModFix/>
          </a:blip>
          <a:stretch>
            <a:fillRect/>
          </a:stretch>
        </a:blipFill>
        <a:effectLst/>
      </p:bgPr>
    </p:bg>
    <p:spTree>
      <p:nvGrpSpPr>
        <p:cNvPr id="1" name="Shape 9"/>
        <p:cNvGrpSpPr/>
        <p:nvPr/>
      </p:nvGrpSpPr>
      <p:grpSpPr>
        <a:xfrm>
          <a:off x="0" y="0"/>
          <a:ext cx="0" cy="0"/>
          <a:chOff x="0" y="0"/>
          <a:chExt cx="0" cy="0"/>
        </a:xfrm>
      </p:grpSpPr>
      <p:sp>
        <p:nvSpPr>
          <p:cNvPr id="10" name="Google Shape;10;p84"/>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marR="0" lvl="0" algn="ctr" rtl="0">
              <a:spcBef>
                <a:spcPts val="0"/>
              </a:spcBef>
              <a:spcAft>
                <a:spcPts val="0"/>
              </a:spcAft>
              <a:buClr>
                <a:srgbClr val="333333"/>
              </a:buClr>
              <a:buSzPts val="4400"/>
              <a:buFont typeface="Arial"/>
              <a:buNone/>
              <a:defRPr sz="4400" b="1" i="0" u="none" strike="noStrike" cap="none">
                <a:solidFill>
                  <a:srgbClr val="3333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4"/>
          <p:cNvSpPr txBox="1">
            <a:spLocks noGrp="1"/>
          </p:cNvSpPr>
          <p:nvPr>
            <p:ph type="body" idx="1"/>
          </p:nvPr>
        </p:nvSpPr>
        <p:spPr>
          <a:xfrm>
            <a:off x="609600" y="1937924"/>
            <a:ext cx="10972801" cy="4188243"/>
          </a:xfrm>
          <a:prstGeom prst="rect">
            <a:avLst/>
          </a:prstGeom>
          <a:noFill/>
          <a:ln>
            <a:noFill/>
          </a:ln>
        </p:spPr>
        <p:txBody>
          <a:bodyPr spcFirstLastPara="1" wrap="square" lIns="121875" tIns="60925" rIns="121875" bIns="60925" anchor="t" anchorCtr="0">
            <a:normAutofit/>
          </a:bodyPr>
          <a:lstStyle>
            <a:lvl1pPr marL="457200" marR="0" lvl="0" indent="-355600" algn="l" rtl="0">
              <a:spcBef>
                <a:spcPts val="400"/>
              </a:spcBef>
              <a:spcAft>
                <a:spcPts val="0"/>
              </a:spcAft>
              <a:buClr>
                <a:srgbClr val="78288C"/>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spcBef>
                <a:spcPts val="400"/>
              </a:spcBef>
              <a:spcAft>
                <a:spcPts val="0"/>
              </a:spcAft>
              <a:buClr>
                <a:srgbClr val="FFF500"/>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endParaRPr/>
          </a:p>
        </p:txBody>
      </p:sp>
      <p:sp>
        <p:nvSpPr>
          <p:cNvPr id="12" name="Google Shape;12;p84"/>
          <p:cNvSpPr txBox="1"/>
          <p:nvPr/>
        </p:nvSpPr>
        <p:spPr>
          <a:xfrm>
            <a:off x="1" y="6642342"/>
            <a:ext cx="2814316" cy="2000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700" b="0" i="0" u="none" strike="noStrike" cap="none">
                <a:solidFill>
                  <a:srgbClr val="A5A5A5"/>
                </a:solidFill>
                <a:latin typeface="Arial"/>
                <a:ea typeface="Arial"/>
                <a:cs typeface="Arial"/>
                <a:sym typeface="Arial"/>
              </a:rPr>
              <a:t>© DERECHOS RESERVADOS UNIVERSIDAD DE MONTERREY</a:t>
            </a:r>
            <a:endParaRPr sz="1800"/>
          </a:p>
        </p:txBody>
      </p:sp>
      <p:sp>
        <p:nvSpPr>
          <p:cNvPr id="13" name="Google Shape;13;p84"/>
          <p:cNvSpPr txBox="1"/>
          <p:nvPr/>
        </p:nvSpPr>
        <p:spPr>
          <a:xfrm>
            <a:off x="11376743" y="6611566"/>
            <a:ext cx="815258" cy="26160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it-IT" sz="1100" b="0" i="0" u="none" strike="noStrike" cap="none">
                <a:solidFill>
                  <a:srgbClr val="7F7F7F"/>
                </a:solidFill>
                <a:latin typeface="Arial"/>
                <a:ea typeface="Arial"/>
                <a:cs typeface="Arial"/>
                <a:sym typeface="Arial"/>
              </a:rPr>
              <a:pPr marL="0" marR="0" lvl="0" indent="0" algn="r" rtl="0">
                <a:spcBef>
                  <a:spcPts val="0"/>
                </a:spcBef>
                <a:spcAft>
                  <a:spcPts val="0"/>
                </a:spcAft>
                <a:buNone/>
              </a:pPr>
              <a:t>‹Nº›</a:t>
            </a:fld>
            <a:endParaRPr sz="1100" b="0" i="0" u="none" strike="noStrike" cap="none">
              <a:solidFill>
                <a:srgbClr val="7F7F7F"/>
              </a:solidFill>
              <a:latin typeface="Arial"/>
              <a:ea typeface="Arial"/>
              <a:cs typeface="Arial"/>
              <a:sym typeface="Arial"/>
            </a:endParaRPr>
          </a:p>
        </p:txBody>
      </p:sp>
    </p:spTree>
    <p:extLst>
      <p:ext uri="{BB962C8B-B14F-4D97-AF65-F5344CB8AC3E}">
        <p14:creationId xmlns:p14="http://schemas.microsoft.com/office/powerpoint/2010/main" val="436182210"/>
      </p:ext>
    </p:extLst>
  </p:cSld>
  <p:clrMap bg1="lt1" tx1="dk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2" r:id="rId8"/>
    <p:sldLayoutId id="2147483703"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8" name="Marcador de texto 1">
            <a:extLst>
              <a:ext uri="{FF2B5EF4-FFF2-40B4-BE49-F238E27FC236}">
                <a16:creationId xmlns:a16="http://schemas.microsoft.com/office/drawing/2014/main" id="{6F69719F-B238-4C94-B7CC-04B6CD85301D}"/>
              </a:ext>
            </a:extLst>
          </p:cNvPr>
          <p:cNvSpPr txBox="1">
            <a:spLocks/>
          </p:cNvSpPr>
          <p:nvPr/>
        </p:nvSpPr>
        <p:spPr>
          <a:xfrm>
            <a:off x="2090254" y="603250"/>
            <a:ext cx="5946058" cy="4691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endParaRPr>
          </a:p>
          <a:p>
            <a:pPr marL="0" indent="0" algn="ctr">
              <a:buNone/>
            </a:pPr>
            <a:r>
              <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rPr>
              <a:t>Diplomado </a:t>
            </a:r>
          </a:p>
          <a:p>
            <a:pPr marL="0" indent="0" algn="ctr">
              <a:buNone/>
            </a:pPr>
            <a:r>
              <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rPr>
              <a:t>de Analítica y </a:t>
            </a:r>
          </a:p>
          <a:p>
            <a:pPr marL="0" indent="0" algn="ctr">
              <a:buNone/>
            </a:pPr>
            <a:r>
              <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rPr>
              <a:t>Ciencia de Datos</a:t>
            </a:r>
          </a:p>
          <a:p>
            <a:pPr marL="0" indent="0" algn="ctr">
              <a:buNone/>
            </a:pPr>
            <a:endPar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endParaRPr>
          </a:p>
          <a:p>
            <a:pPr marL="0" indent="0" algn="ctr">
              <a:buNone/>
            </a:pPr>
            <a:r>
              <a:rPr lang="es-MX"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rPr>
              <a:t>Dr. Juan Baldemar Garza Villegas</a:t>
            </a:r>
            <a:endParaRPr lang="es-MX" sz="2000" b="1" dirty="0">
              <a:solidFill>
                <a:srgbClr val="9E1F63"/>
              </a:solidFill>
              <a:latin typeface="Arial" panose="020B0604020202020204" pitchFamily="34" charset="0"/>
              <a:ea typeface="Roboto" panose="02000000000000000000" pitchFamily="2" charset="0"/>
              <a:cs typeface="Arial" panose="020B0604020202020204" pitchFamily="34" charset="0"/>
            </a:endParaRPr>
          </a:p>
          <a:p>
            <a:pPr marL="0" indent="0" algn="ctr">
              <a:buNone/>
            </a:pPr>
            <a:r>
              <a:rPr lang="es-MX" sz="2000" b="1" dirty="0">
                <a:solidFill>
                  <a:srgbClr val="FFFF00"/>
                </a:solidFill>
                <a:latin typeface="Arial" panose="020B0604020202020204" pitchFamily="34" charset="0"/>
                <a:ea typeface="Roboto" panose="02000000000000000000" pitchFamily="2" charset="0"/>
                <a:cs typeface="Arial" panose="020B0604020202020204" pitchFamily="34" charset="0"/>
              </a:rPr>
              <a:t>juan.garza@udem.edu</a:t>
            </a:r>
            <a:br>
              <a:rPr lang="es-MX" sz="2000" b="1" dirty="0">
                <a:solidFill>
                  <a:srgbClr val="FFFF00"/>
                </a:solidFill>
                <a:latin typeface="Arial" panose="020B0604020202020204" pitchFamily="34" charset="0"/>
                <a:ea typeface="Roboto" panose="02000000000000000000" pitchFamily="2" charset="0"/>
                <a:cs typeface="Arial" panose="020B0604020202020204" pitchFamily="34" charset="0"/>
              </a:rPr>
            </a:br>
            <a:endParaRPr lang="en-US" dirty="0">
              <a:solidFill>
                <a:srgbClr val="FFFF00"/>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260;p26">
            <a:extLst>
              <a:ext uri="{FF2B5EF4-FFF2-40B4-BE49-F238E27FC236}">
                <a16:creationId xmlns:a16="http://schemas.microsoft.com/office/drawing/2014/main" id="{03E97F3D-E088-4133-A30D-5E00CC9CDF48}"/>
              </a:ext>
            </a:extLst>
          </p:cNvPr>
          <p:cNvSpPr txBox="1">
            <a:spLocks/>
          </p:cNvSpPr>
          <p:nvPr/>
        </p:nvSpPr>
        <p:spPr>
          <a:xfrm>
            <a:off x="609851" y="1487987"/>
            <a:ext cx="10375900" cy="3139537"/>
          </a:xfrm>
          <a:prstGeom prst="rect">
            <a:avLst/>
          </a:prstGeom>
        </p:spPr>
        <p:txBody>
          <a:bodyPr spcFirstLastPara="1" vert="horz" lIns="34285" tIns="17138" rIns="34285" bIns="17138" rtlCol="0">
            <a:normAutofit fontScale="92500" lnSpcReduction="10000"/>
          </a:bodyPr>
          <a:lstStyle>
            <a:lvl1pPr marL="457109" indent="-457109" algn="l" defTabSz="1828434" rtl="0" eaLnBrk="1" latinLnBrk="0" hangingPunct="1">
              <a:lnSpc>
                <a:spcPct val="90000"/>
              </a:lnSpc>
              <a:spcBef>
                <a:spcPts val="2000"/>
              </a:spcBef>
              <a:buFont typeface="Arial" panose="020B0604020202020204" pitchFamily="34" charset="0"/>
              <a:buChar char="•"/>
              <a:defRPr lang="en-US" sz="4800" kern="1200" dirty="0" smtClean="0">
                <a:solidFill>
                  <a:schemeClr val="tx1"/>
                </a:solidFill>
                <a:effectLst/>
                <a:latin typeface="Roboto Regular"/>
                <a:ea typeface="+mn-ea"/>
                <a:cs typeface="Roboto Regular"/>
              </a:defRPr>
            </a:lvl1pPr>
            <a:lvl2pPr marL="1371326" indent="-457109" algn="l" defTabSz="1828434" rtl="0" eaLnBrk="1" latinLnBrk="0" hangingPunct="1">
              <a:lnSpc>
                <a:spcPct val="90000"/>
              </a:lnSpc>
              <a:spcBef>
                <a:spcPts val="1000"/>
              </a:spcBef>
              <a:buFont typeface="Arial" panose="020B0604020202020204" pitchFamily="34" charset="0"/>
              <a:buChar char="•"/>
              <a:defRPr lang="en-US" sz="4000" kern="1200" dirty="0" smtClean="0">
                <a:solidFill>
                  <a:schemeClr val="tx1"/>
                </a:solidFill>
                <a:effectLst/>
                <a:latin typeface="Roboto Regular"/>
                <a:ea typeface="+mn-ea"/>
                <a:cs typeface="Roboto Regular"/>
              </a:defRPr>
            </a:lvl2pPr>
            <a:lvl3pPr marL="2285543" indent="-457109" algn="l" defTabSz="1828434" rtl="0" eaLnBrk="1" latinLnBrk="0" hangingPunct="1">
              <a:lnSpc>
                <a:spcPct val="90000"/>
              </a:lnSpc>
              <a:spcBef>
                <a:spcPts val="1000"/>
              </a:spcBef>
              <a:buFont typeface="Arial" panose="020B0604020202020204" pitchFamily="34" charset="0"/>
              <a:buChar char="•"/>
              <a:defRPr lang="en-US" sz="3600" kern="1200" dirty="0" smtClean="0">
                <a:solidFill>
                  <a:schemeClr val="tx1"/>
                </a:solidFill>
                <a:effectLst/>
                <a:latin typeface="Roboto Regular"/>
                <a:ea typeface="+mn-ea"/>
                <a:cs typeface="Roboto Regular"/>
              </a:defRPr>
            </a:lvl3pPr>
            <a:lvl4pPr marL="3199760" indent="-457109" algn="l" defTabSz="1828434" rtl="0" eaLnBrk="1" latinLnBrk="0" hangingPunct="1">
              <a:lnSpc>
                <a:spcPct val="90000"/>
              </a:lnSpc>
              <a:spcBef>
                <a:spcPts val="1000"/>
              </a:spcBef>
              <a:buFont typeface="Arial" panose="020B0604020202020204" pitchFamily="34" charset="0"/>
              <a:buChar char="•"/>
              <a:defRPr lang="en-US" sz="3200" kern="1200" dirty="0" smtClean="0">
                <a:solidFill>
                  <a:schemeClr val="tx1"/>
                </a:solidFill>
                <a:effectLst/>
                <a:latin typeface="Roboto Regular"/>
                <a:ea typeface="+mn-ea"/>
                <a:cs typeface="Roboto Regular"/>
              </a:defRPr>
            </a:lvl4pPr>
            <a:lvl5pPr marL="4113977" indent="-457109" algn="l" defTabSz="1828434" rtl="0" eaLnBrk="1" latinLnBrk="0" hangingPunct="1">
              <a:lnSpc>
                <a:spcPct val="90000"/>
              </a:lnSpc>
              <a:spcBef>
                <a:spcPts val="1000"/>
              </a:spcBef>
              <a:buFont typeface="Arial" panose="020B0604020202020204" pitchFamily="34" charset="0"/>
              <a:buChar char="•"/>
              <a:defRPr lang="en-US" sz="3200" kern="1200" dirty="0">
                <a:solidFill>
                  <a:schemeClr val="tx1"/>
                </a:solidFill>
                <a:effectLst/>
                <a:latin typeface="Roboto Regular"/>
                <a:ea typeface="+mn-ea"/>
                <a:cs typeface="Roboto Regular"/>
              </a:defRPr>
            </a:lvl5pPr>
            <a:lvl6pPr marL="5028194"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1"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128588">
              <a:spcBef>
                <a:spcPts val="0"/>
              </a:spcBef>
              <a:buSzPts val="3200"/>
              <a:defRPr/>
            </a:pPr>
            <a:r>
              <a:rPr lang="es-MX" sz="3000" dirty="0" err="1">
                <a:solidFill>
                  <a:schemeClr val="bg2">
                    <a:lumMod val="10000"/>
                  </a:schemeClr>
                </a:solidFill>
              </a:rPr>
              <a:t>Practitioner</a:t>
            </a:r>
            <a:r>
              <a:rPr lang="es-MX" sz="3000" dirty="0">
                <a:solidFill>
                  <a:schemeClr val="bg2">
                    <a:lumMod val="10000"/>
                  </a:schemeClr>
                </a:solidFill>
              </a:rPr>
              <a:t>….</a:t>
            </a:r>
          </a:p>
          <a:p>
            <a:pPr marL="0" indent="0" algn="r">
              <a:spcBef>
                <a:spcPts val="240"/>
              </a:spcBef>
              <a:buSzPts val="3200"/>
              <a:buNone/>
              <a:defRPr/>
            </a:pPr>
            <a:r>
              <a:rPr lang="es-MX" sz="3000" dirty="0">
                <a:solidFill>
                  <a:schemeClr val="bg2">
                    <a:lumMod val="10000"/>
                  </a:schemeClr>
                </a:solidFill>
              </a:rPr>
              <a:t>…. </a:t>
            </a:r>
            <a:r>
              <a:rPr lang="es-MX" sz="3000" i="1" dirty="0">
                <a:solidFill>
                  <a:schemeClr val="bg2">
                    <a:lumMod val="10000"/>
                  </a:schemeClr>
                </a:solidFill>
              </a:rPr>
              <a:t>Y académico</a:t>
            </a:r>
            <a:r>
              <a:rPr lang="es-MX" sz="3000" dirty="0">
                <a:solidFill>
                  <a:schemeClr val="bg2">
                    <a:lumMod val="10000"/>
                  </a:schemeClr>
                </a:solidFill>
              </a:rPr>
              <a:t>….</a:t>
            </a:r>
          </a:p>
          <a:p>
            <a:pPr marL="0" indent="0" algn="r">
              <a:spcBef>
                <a:spcPts val="240"/>
              </a:spcBef>
              <a:buSzPts val="3200"/>
              <a:buNone/>
              <a:defRPr/>
            </a:pPr>
            <a:endParaRPr lang="es-MX" sz="3000" dirty="0">
              <a:solidFill>
                <a:schemeClr val="bg2">
                  <a:lumMod val="10000"/>
                </a:schemeClr>
              </a:solidFill>
            </a:endParaRPr>
          </a:p>
          <a:p>
            <a:pPr marL="0" indent="0" algn="r">
              <a:spcBef>
                <a:spcPts val="240"/>
              </a:spcBef>
              <a:buSzPts val="3200"/>
              <a:buNone/>
              <a:defRPr/>
            </a:pPr>
            <a:r>
              <a:rPr lang="es-MX" sz="3000" dirty="0">
                <a:solidFill>
                  <a:schemeClr val="bg2">
                    <a:lumMod val="10000"/>
                  </a:schemeClr>
                </a:solidFill>
              </a:rPr>
              <a:t>… Interesado en la Mejora Continua, Ciencia de Datos, Tecnología, Estrategia  4.0 y…..</a:t>
            </a:r>
          </a:p>
          <a:p>
            <a:pPr marL="0" indent="0" algn="r">
              <a:spcBef>
                <a:spcPts val="240"/>
              </a:spcBef>
              <a:buSzPts val="3200"/>
              <a:buNone/>
              <a:defRPr/>
            </a:pPr>
            <a:endParaRPr lang="es-MX" sz="3000" dirty="0">
              <a:solidFill>
                <a:schemeClr val="bg2">
                  <a:lumMod val="10000"/>
                </a:schemeClr>
              </a:solidFill>
            </a:endParaRPr>
          </a:p>
          <a:p>
            <a:pPr marL="0" indent="0" algn="r">
              <a:spcBef>
                <a:spcPts val="240"/>
              </a:spcBef>
              <a:buSzPts val="3200"/>
              <a:buNone/>
              <a:defRPr/>
            </a:pPr>
            <a:endParaRPr lang="es-MX" sz="3000" dirty="0">
              <a:solidFill>
                <a:schemeClr val="bg2">
                  <a:lumMod val="10000"/>
                </a:schemeClr>
              </a:solidFill>
            </a:endParaRPr>
          </a:p>
          <a:p>
            <a:pPr marL="0" indent="0">
              <a:spcBef>
                <a:spcPts val="240"/>
              </a:spcBef>
              <a:buSzPts val="3200"/>
              <a:buNone/>
              <a:defRPr/>
            </a:pPr>
            <a:r>
              <a:rPr lang="es-MX" sz="3000" dirty="0">
                <a:solidFill>
                  <a:schemeClr val="bg2">
                    <a:lumMod val="10000"/>
                  </a:schemeClr>
                </a:solidFill>
              </a:rPr>
              <a:t>… MEJORES EMPRESAS…</a:t>
            </a:r>
          </a:p>
        </p:txBody>
      </p:sp>
    </p:spTree>
    <p:extLst>
      <p:ext uri="{BB962C8B-B14F-4D97-AF65-F5344CB8AC3E}">
        <p14:creationId xmlns:p14="http://schemas.microsoft.com/office/powerpoint/2010/main" val="23743119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422B0-BB6D-7492-B718-4F1EA9791879}"/>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F6691F7-383A-AEC4-DE20-4288BE12DFAD}"/>
              </a:ext>
            </a:extLst>
          </p:cNvPr>
          <p:cNvSpPr>
            <a:spLocks noGrp="1"/>
          </p:cNvSpPr>
          <p:nvPr>
            <p:ph type="pic" sz="quarter" idx="13"/>
          </p:nvPr>
        </p:nvSpPr>
        <p:spPr>
          <a:solidFill>
            <a:schemeClr val="bg1"/>
          </a:solidFill>
        </p:spPr>
        <p:txBody>
          <a:bodyPr/>
          <a:lstStyle/>
          <a:p>
            <a:endParaRPr lang="es-MX"/>
          </a:p>
        </p:txBody>
      </p:sp>
      <p:sp>
        <p:nvSpPr>
          <p:cNvPr id="44" name="Line 5">
            <a:extLst>
              <a:ext uri="{FF2B5EF4-FFF2-40B4-BE49-F238E27FC236}">
                <a16:creationId xmlns:a16="http://schemas.microsoft.com/office/drawing/2014/main" id="{29E1A0C5-273B-B952-B6FE-F85C0F7BED51}"/>
              </a:ext>
            </a:extLst>
          </p:cNvPr>
          <p:cNvSpPr>
            <a:spLocks noChangeShapeType="1"/>
          </p:cNvSpPr>
          <p:nvPr/>
        </p:nvSpPr>
        <p:spPr bwMode="auto">
          <a:xfrm>
            <a:off x="748577" y="-874184"/>
            <a:ext cx="0" cy="0"/>
          </a:xfrm>
          <a:prstGeom prst="line">
            <a:avLst/>
          </a:prstGeom>
          <a:noFill/>
          <a:ln>
            <a:noFill/>
          </a:ln>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121899" tIns="60950" rIns="121899" bIns="60950" numCol="1" anchor="t" anchorCtr="0" compatLnSpc="1">
            <a:prstTxWarp prst="textNoShape">
              <a:avLst/>
            </a:prstTxWarp>
          </a:bodyPr>
          <a:lstStyle/>
          <a:p>
            <a:endParaRPr lang="en-US" sz="900">
              <a:latin typeface="Roboto Light" charset="0"/>
            </a:endParaRPr>
          </a:p>
        </p:txBody>
      </p:sp>
      <p:sp>
        <p:nvSpPr>
          <p:cNvPr id="45" name="Line 6">
            <a:extLst>
              <a:ext uri="{FF2B5EF4-FFF2-40B4-BE49-F238E27FC236}">
                <a16:creationId xmlns:a16="http://schemas.microsoft.com/office/drawing/2014/main" id="{EBD07369-1641-5479-51AD-E122FE090D2E}"/>
              </a:ext>
            </a:extLst>
          </p:cNvPr>
          <p:cNvSpPr>
            <a:spLocks noChangeShapeType="1"/>
          </p:cNvSpPr>
          <p:nvPr/>
        </p:nvSpPr>
        <p:spPr bwMode="auto">
          <a:xfrm>
            <a:off x="748577" y="-874184"/>
            <a:ext cx="0" cy="0"/>
          </a:xfrm>
          <a:prstGeom prst="line">
            <a:avLst/>
          </a:prstGeom>
          <a:noFill/>
          <a:ln>
            <a:noFill/>
          </a:ln>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121899" tIns="60950" rIns="121899" bIns="60950" numCol="1" anchor="t" anchorCtr="0" compatLnSpc="1">
            <a:prstTxWarp prst="textNoShape">
              <a:avLst/>
            </a:prstTxWarp>
          </a:bodyPr>
          <a:lstStyle/>
          <a:p>
            <a:endParaRPr lang="en-US" sz="900">
              <a:latin typeface="Roboto Light" charset="0"/>
            </a:endParaRPr>
          </a:p>
        </p:txBody>
      </p:sp>
      <p:sp>
        <p:nvSpPr>
          <p:cNvPr id="190" name="Freeform 189">
            <a:extLst>
              <a:ext uri="{FF2B5EF4-FFF2-40B4-BE49-F238E27FC236}">
                <a16:creationId xmlns:a16="http://schemas.microsoft.com/office/drawing/2014/main" id="{61E67829-0C1D-F958-F8A5-BB5716B8786B}"/>
              </a:ext>
            </a:extLst>
          </p:cNvPr>
          <p:cNvSpPr/>
          <p:nvPr/>
        </p:nvSpPr>
        <p:spPr>
          <a:xfrm>
            <a:off x="4578032" y="-1690"/>
            <a:ext cx="7635241" cy="6859690"/>
          </a:xfrm>
          <a:custGeom>
            <a:avLst/>
            <a:gdLst>
              <a:gd name="connsiteX0" fmla="*/ 2483124 w 5460510"/>
              <a:gd name="connsiteY0" fmla="*/ 0 h 5143500"/>
              <a:gd name="connsiteX1" fmla="*/ 3448297 w 5460510"/>
              <a:gd name="connsiteY1" fmla="*/ 0 h 5143500"/>
              <a:gd name="connsiteX2" fmla="*/ 4717679 w 5460510"/>
              <a:gd name="connsiteY2" fmla="*/ 0 h 5143500"/>
              <a:gd name="connsiteX3" fmla="*/ 4741319 w 5460510"/>
              <a:gd name="connsiteY3" fmla="*/ 0 h 5143500"/>
              <a:gd name="connsiteX4" fmla="*/ 5318193 w 5460510"/>
              <a:gd name="connsiteY4" fmla="*/ 0 h 5143500"/>
              <a:gd name="connsiteX5" fmla="*/ 5460510 w 5460510"/>
              <a:gd name="connsiteY5" fmla="*/ 0 h 5143500"/>
              <a:gd name="connsiteX6" fmla="*/ 5460510 w 5460510"/>
              <a:gd name="connsiteY6" fmla="*/ 5143500 h 5143500"/>
              <a:gd name="connsiteX7" fmla="*/ 5318193 w 5460510"/>
              <a:gd name="connsiteY7" fmla="*/ 5143500 h 5143500"/>
              <a:gd name="connsiteX8" fmla="*/ 4741319 w 5460510"/>
              <a:gd name="connsiteY8" fmla="*/ 5143500 h 5143500"/>
              <a:gd name="connsiteX9" fmla="*/ 4717679 w 5460510"/>
              <a:gd name="connsiteY9" fmla="*/ 5143500 h 5143500"/>
              <a:gd name="connsiteX10" fmla="*/ 3448297 w 5460510"/>
              <a:gd name="connsiteY10" fmla="*/ 5143500 h 5143500"/>
              <a:gd name="connsiteX11" fmla="*/ 0 w 5460510"/>
              <a:gd name="connsiteY11"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60510" h="5143500">
                <a:moveTo>
                  <a:pt x="2483124" y="0"/>
                </a:moveTo>
                <a:lnTo>
                  <a:pt x="3448297" y="0"/>
                </a:lnTo>
                <a:lnTo>
                  <a:pt x="4717679" y="0"/>
                </a:lnTo>
                <a:lnTo>
                  <a:pt x="4741319" y="0"/>
                </a:lnTo>
                <a:lnTo>
                  <a:pt x="5318193" y="0"/>
                </a:lnTo>
                <a:lnTo>
                  <a:pt x="5460510" y="0"/>
                </a:lnTo>
                <a:lnTo>
                  <a:pt x="5460510" y="5143500"/>
                </a:lnTo>
                <a:lnTo>
                  <a:pt x="5318193" y="5143500"/>
                </a:lnTo>
                <a:lnTo>
                  <a:pt x="4741319" y="5143500"/>
                </a:lnTo>
                <a:lnTo>
                  <a:pt x="4717679" y="5143500"/>
                </a:lnTo>
                <a:lnTo>
                  <a:pt x="3448297" y="5143500"/>
                </a:lnTo>
                <a:lnTo>
                  <a:pt x="0" y="5143500"/>
                </a:lnTo>
                <a:close/>
              </a:path>
            </a:pathLst>
          </a:custGeom>
          <a:solidFill>
            <a:srgbClr val="FFEC00"/>
          </a:solidFill>
          <a:ln>
            <a:noFill/>
          </a:ln>
        </p:spPr>
        <p:txBody>
          <a:bodyPr/>
          <a:lstStyle/>
          <a:p>
            <a:pPr defTabSz="914217"/>
            <a:endParaRPr lang="en-US">
              <a:solidFill>
                <a:srgbClr val="91969B"/>
              </a:solidFill>
              <a:latin typeface="Calibri Light"/>
            </a:endParaRPr>
          </a:p>
        </p:txBody>
      </p:sp>
      <p:sp>
        <p:nvSpPr>
          <p:cNvPr id="10" name="CuadroTexto 1">
            <a:extLst>
              <a:ext uri="{FF2B5EF4-FFF2-40B4-BE49-F238E27FC236}">
                <a16:creationId xmlns:a16="http://schemas.microsoft.com/office/drawing/2014/main" id="{6F7FC07C-D82A-C55D-584B-983AF1F095D7}"/>
              </a:ext>
            </a:extLst>
          </p:cNvPr>
          <p:cNvSpPr txBox="1"/>
          <p:nvPr/>
        </p:nvSpPr>
        <p:spPr>
          <a:xfrm>
            <a:off x="1845269" y="1293730"/>
            <a:ext cx="2228495" cy="3770263"/>
          </a:xfrm>
          <a:prstGeom prst="rect">
            <a:avLst/>
          </a:prstGeom>
          <a:noFill/>
        </p:spPr>
        <p:txBody>
          <a:bodyPr wrap="none" rtlCol="0">
            <a:spAutoFit/>
          </a:bodyPr>
          <a:lstStyle/>
          <a:p>
            <a:r>
              <a:rPr lang="es-ES" sz="23900" dirty="0">
                <a:solidFill>
                  <a:schemeClr val="bg1">
                    <a:lumMod val="50000"/>
                  </a:schemeClr>
                </a:solidFill>
                <a:latin typeface="Arial Black"/>
                <a:cs typeface="Arial Black"/>
              </a:rPr>
              <a:t>1</a:t>
            </a:r>
          </a:p>
        </p:txBody>
      </p:sp>
      <p:sp>
        <p:nvSpPr>
          <p:cNvPr id="11" name="CuadroTexto 5">
            <a:extLst>
              <a:ext uri="{FF2B5EF4-FFF2-40B4-BE49-F238E27FC236}">
                <a16:creationId xmlns:a16="http://schemas.microsoft.com/office/drawing/2014/main" id="{5FBE13A9-2584-78D1-41A1-9CF1C9A04A8E}"/>
              </a:ext>
            </a:extLst>
          </p:cNvPr>
          <p:cNvSpPr txBox="1"/>
          <p:nvPr/>
        </p:nvSpPr>
        <p:spPr>
          <a:xfrm>
            <a:off x="7706207" y="2696561"/>
            <a:ext cx="3600400" cy="2308324"/>
          </a:xfrm>
          <a:prstGeom prst="rect">
            <a:avLst/>
          </a:prstGeom>
          <a:noFill/>
        </p:spPr>
        <p:txBody>
          <a:bodyPr wrap="square" rtlCol="0">
            <a:spAutoFit/>
          </a:bodyPr>
          <a:lstStyle/>
          <a:p>
            <a:r>
              <a:rPr lang="es-ES_tradnl" sz="3600" b="1" dirty="0">
                <a:solidFill>
                  <a:schemeClr val="bg2">
                    <a:lumMod val="10000"/>
                  </a:schemeClr>
                </a:solidFill>
                <a:cs typeface="Calibri"/>
              </a:rPr>
              <a:t>Proyectos IA</a:t>
            </a:r>
          </a:p>
          <a:p>
            <a:r>
              <a:rPr lang="es-ES_tradnl" sz="3600" b="1" dirty="0">
                <a:solidFill>
                  <a:schemeClr val="bg2">
                    <a:lumMod val="10000"/>
                  </a:schemeClr>
                </a:solidFill>
                <a:cs typeface="Calibri"/>
              </a:rPr>
              <a:t>Ruta Crítica</a:t>
            </a:r>
          </a:p>
          <a:p>
            <a:r>
              <a:rPr lang="es-ES_tradnl" sz="3600" b="1" dirty="0">
                <a:solidFill>
                  <a:schemeClr val="bg2">
                    <a:lumMod val="10000"/>
                  </a:schemeClr>
                </a:solidFill>
                <a:cs typeface="Calibri"/>
              </a:rPr>
              <a:t>Con variabilidad</a:t>
            </a:r>
          </a:p>
          <a:p>
            <a:r>
              <a:rPr lang="es-ES_tradnl" sz="3600" b="1" dirty="0">
                <a:solidFill>
                  <a:schemeClr val="bg2">
                    <a:lumMod val="10000"/>
                  </a:schemeClr>
                </a:solidFill>
                <a:cs typeface="Calibri"/>
              </a:rPr>
              <a:t>E incertidumbre</a:t>
            </a:r>
          </a:p>
        </p:txBody>
      </p:sp>
      <p:sp>
        <p:nvSpPr>
          <p:cNvPr id="8" name="CuadroTexto 7">
            <a:extLst>
              <a:ext uri="{FF2B5EF4-FFF2-40B4-BE49-F238E27FC236}">
                <a16:creationId xmlns:a16="http://schemas.microsoft.com/office/drawing/2014/main" id="{36DD6650-93A2-A8EA-BCCF-2D3EC72563DC}"/>
              </a:ext>
            </a:extLst>
          </p:cNvPr>
          <p:cNvSpPr txBox="1"/>
          <p:nvPr/>
        </p:nvSpPr>
        <p:spPr>
          <a:xfrm>
            <a:off x="9834933" y="-34394"/>
            <a:ext cx="2574075"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chemeClr val="bg1">
                    <a:lumMod val="50000"/>
                  </a:schemeClr>
                </a:solidFill>
                <a:effectLst/>
                <a:uLnTx/>
                <a:uFillTx/>
              </a:rPr>
              <a:t> Dr. Juan Baldemar Garza V</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chemeClr val="bg1">
                    <a:lumMod val="50000"/>
                  </a:schemeClr>
                </a:solidFill>
                <a:effectLst/>
                <a:uLnTx/>
                <a:uFillTx/>
              </a:rPr>
              <a:t>Derechos reservados 2025</a:t>
            </a:r>
          </a:p>
        </p:txBody>
      </p:sp>
    </p:spTree>
    <p:extLst>
      <p:ext uri="{BB962C8B-B14F-4D97-AF65-F5344CB8AC3E}">
        <p14:creationId xmlns:p14="http://schemas.microsoft.com/office/powerpoint/2010/main" val="3382802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102504" y="4198776"/>
            <a:ext cx="7623110" cy="1539551"/>
          </a:xfrm>
          <a:prstGeom prst="roundRect">
            <a:avLst/>
          </a:prstGeom>
          <a:solidFill>
            <a:schemeClr val="accent2">
              <a:lumMod val="60000"/>
              <a:lumOff val="40000"/>
            </a:schemeClr>
          </a:solid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U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91142" name="Rectangle 2"/>
          <p:cNvSpPr>
            <a:spLocks noGrp="1" noChangeArrowheads="1"/>
          </p:cNvSpPr>
          <p:nvPr>
            <p:ph type="ctrTitle" idx="4294967295"/>
          </p:nvPr>
        </p:nvSpPr>
        <p:spPr>
          <a:xfrm>
            <a:off x="2616200" y="4443413"/>
            <a:ext cx="6819900" cy="990600"/>
          </a:xfrm>
        </p:spPr>
        <p:txBody>
          <a:bodyPr anchor="t">
            <a:noAutofit/>
          </a:bodyPr>
          <a:lstStyle/>
          <a:p>
            <a:pPr algn="ctr" eaLnBrk="1" hangingPunct="1"/>
            <a:r>
              <a:rPr lang="en-GB" sz="2400" b="1" dirty="0" err="1">
                <a:solidFill>
                  <a:srgbClr val="005696"/>
                </a:solidFill>
              </a:rPr>
              <a:t>Diagrama</a:t>
            </a:r>
            <a:r>
              <a:rPr lang="en-GB" sz="2400" b="1" dirty="0">
                <a:solidFill>
                  <a:srgbClr val="005696"/>
                </a:solidFill>
              </a:rPr>
              <a:t> PERT. </a:t>
            </a:r>
            <a:r>
              <a:rPr lang="en-GB" sz="2400" b="1" dirty="0" err="1">
                <a:solidFill>
                  <a:srgbClr val="005696"/>
                </a:solidFill>
              </a:rPr>
              <a:t>Variabilidad</a:t>
            </a:r>
            <a:r>
              <a:rPr lang="en-GB" sz="2400" b="1" dirty="0">
                <a:solidFill>
                  <a:srgbClr val="005696"/>
                </a:solidFill>
              </a:rPr>
              <a:t> </a:t>
            </a:r>
            <a:r>
              <a:rPr lang="en-GB" sz="2400" b="1" dirty="0" err="1">
                <a:solidFill>
                  <a:srgbClr val="005696"/>
                </a:solidFill>
              </a:rPr>
              <a:t>en</a:t>
            </a:r>
            <a:r>
              <a:rPr lang="en-GB" sz="2400" b="1" dirty="0">
                <a:solidFill>
                  <a:srgbClr val="005696"/>
                </a:solidFill>
              </a:rPr>
              <a:t> un Proyecto.</a:t>
            </a:r>
            <a:br>
              <a:rPr lang="en-GB" sz="2400" b="1" dirty="0">
                <a:solidFill>
                  <a:srgbClr val="005696"/>
                </a:solidFill>
              </a:rPr>
            </a:br>
            <a:br>
              <a:rPr lang="en-GB" sz="2400" b="1" dirty="0">
                <a:solidFill>
                  <a:srgbClr val="005696"/>
                </a:solidFill>
              </a:rPr>
            </a:br>
            <a:r>
              <a:rPr lang="en-GB" sz="2400" b="1" dirty="0" err="1">
                <a:solidFill>
                  <a:srgbClr val="005696"/>
                </a:solidFill>
              </a:rPr>
              <a:t>Concepto</a:t>
            </a:r>
            <a:r>
              <a:rPr lang="en-GB" sz="2400" b="1" dirty="0">
                <a:solidFill>
                  <a:srgbClr val="005696"/>
                </a:solidFill>
              </a:rPr>
              <a:t> </a:t>
            </a:r>
            <a:r>
              <a:rPr lang="en-GB" sz="2400" b="1" dirty="0" err="1">
                <a:solidFill>
                  <a:srgbClr val="005696"/>
                </a:solidFill>
              </a:rPr>
              <a:t>Distribución</a:t>
            </a:r>
            <a:r>
              <a:rPr lang="en-GB" sz="2400" b="1" dirty="0">
                <a:solidFill>
                  <a:srgbClr val="005696"/>
                </a:solidFill>
              </a:rPr>
              <a:t> Beta</a:t>
            </a:r>
            <a:endParaRPr lang="es-ES" sz="2400" b="1" dirty="0">
              <a:solidFill>
                <a:srgbClr val="005696"/>
              </a:solidFill>
            </a:endParaRPr>
          </a:p>
        </p:txBody>
      </p:sp>
      <p:sp>
        <p:nvSpPr>
          <p:cNvPr id="91143" name="6 Rectángulo"/>
          <p:cNvSpPr>
            <a:spLocks noChangeArrowheads="1"/>
          </p:cNvSpPr>
          <p:nvPr/>
        </p:nvSpPr>
        <p:spPr bwMode="auto">
          <a:xfrm>
            <a:off x="8142289" y="3744913"/>
            <a:ext cx="18491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
              <a:t>Red Probabilística</a:t>
            </a:r>
            <a:endParaRPr lang="es-MX"/>
          </a:p>
        </p:txBody>
      </p:sp>
    </p:spTree>
    <p:extLst>
      <p:ext uri="{BB962C8B-B14F-4D97-AF65-F5344CB8AC3E}">
        <p14:creationId xmlns:p14="http://schemas.microsoft.com/office/powerpoint/2010/main" val="42541762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392759" y="867787"/>
            <a:ext cx="9563416" cy="1754326"/>
          </a:xfrm>
          <a:prstGeom prst="rect">
            <a:avLst/>
          </a:prstGeom>
        </p:spPr>
        <p:txBody>
          <a:bodyPr wrap="square">
            <a:spAutoFit/>
          </a:bodyPr>
          <a:lstStyle/>
          <a:p>
            <a:pPr>
              <a:defRPr/>
            </a:pPr>
            <a:endParaRPr lang="es-MX" dirty="0">
              <a:latin typeface="Times New Roman"/>
            </a:endParaRPr>
          </a:p>
          <a:p>
            <a:pPr>
              <a:defRPr/>
            </a:pPr>
            <a:r>
              <a:rPr lang="es-MX" b="1" i="1" dirty="0">
                <a:latin typeface="Times New Roman"/>
              </a:rPr>
              <a:t>1. Tiempo optimista </a:t>
            </a:r>
            <a:r>
              <a:rPr lang="es-MX" dirty="0">
                <a:latin typeface="Times New Roman"/>
              </a:rPr>
              <a:t>(denotado por </a:t>
            </a:r>
            <a:r>
              <a:rPr lang="es-MX" b="1" i="1" dirty="0">
                <a:latin typeface="Times New Roman"/>
              </a:rPr>
              <a:t>a</a:t>
            </a:r>
            <a:r>
              <a:rPr lang="es-MX" dirty="0">
                <a:latin typeface="Times New Roman"/>
              </a:rPr>
              <a:t>): el tiempo mínimo. Todo tiene que marchar a la perfección. </a:t>
            </a:r>
          </a:p>
          <a:p>
            <a:pPr marL="342900" indent="-342900">
              <a:buFontTx/>
              <a:buAutoNum type="arabicPeriod"/>
              <a:defRPr/>
            </a:pPr>
            <a:endParaRPr lang="es-MX" dirty="0">
              <a:latin typeface="Times New Roman"/>
            </a:endParaRPr>
          </a:p>
          <a:p>
            <a:pPr>
              <a:defRPr/>
            </a:pPr>
            <a:r>
              <a:rPr lang="es-MX" b="1" dirty="0">
                <a:latin typeface="Times New Roman"/>
              </a:rPr>
              <a:t>2</a:t>
            </a:r>
            <a:r>
              <a:rPr lang="es-MX" dirty="0">
                <a:latin typeface="Times New Roman"/>
              </a:rPr>
              <a:t>. </a:t>
            </a:r>
            <a:r>
              <a:rPr lang="es-MX" b="1" i="1" dirty="0">
                <a:latin typeface="Times New Roman"/>
              </a:rPr>
              <a:t>Tiempo más probable </a:t>
            </a:r>
            <a:r>
              <a:rPr lang="es-MX" dirty="0">
                <a:latin typeface="Times New Roman"/>
              </a:rPr>
              <a:t>(denotado por </a:t>
            </a:r>
            <a:r>
              <a:rPr lang="es-MX" b="1" i="1" dirty="0">
                <a:latin typeface="Times New Roman"/>
              </a:rPr>
              <a:t>m</a:t>
            </a:r>
            <a:r>
              <a:rPr lang="es-MX" dirty="0">
                <a:latin typeface="Times New Roman"/>
              </a:rPr>
              <a:t>): el tiempo que se necesita en circunstancias ordinarias. </a:t>
            </a:r>
          </a:p>
          <a:p>
            <a:pPr>
              <a:defRPr/>
            </a:pPr>
            <a:endParaRPr lang="es-MX" dirty="0">
              <a:latin typeface="Times New Roman"/>
            </a:endParaRPr>
          </a:p>
          <a:p>
            <a:pPr>
              <a:defRPr/>
            </a:pPr>
            <a:r>
              <a:rPr lang="es-MX" b="1" dirty="0">
                <a:latin typeface="Times New Roman"/>
              </a:rPr>
              <a:t>3</a:t>
            </a:r>
            <a:r>
              <a:rPr lang="es-MX" dirty="0">
                <a:latin typeface="Times New Roman"/>
              </a:rPr>
              <a:t>. </a:t>
            </a:r>
            <a:r>
              <a:rPr lang="es-MX" b="1" i="1" dirty="0">
                <a:latin typeface="Times New Roman"/>
              </a:rPr>
              <a:t>Tiempo pesimista </a:t>
            </a:r>
            <a:r>
              <a:rPr lang="es-MX" dirty="0">
                <a:latin typeface="Times New Roman"/>
              </a:rPr>
              <a:t>(denotado por </a:t>
            </a:r>
            <a:r>
              <a:rPr lang="es-MX" b="1" i="1" dirty="0">
                <a:latin typeface="Times New Roman"/>
              </a:rPr>
              <a:t>b</a:t>
            </a:r>
            <a:r>
              <a:rPr lang="es-MX" dirty="0">
                <a:latin typeface="Times New Roman"/>
              </a:rPr>
              <a:t>): el tiempo máximo. Situación que se da en el peor caso. </a:t>
            </a:r>
            <a:endParaRPr lang="es-MX" dirty="0"/>
          </a:p>
        </p:txBody>
      </p:sp>
      <p:pic>
        <p:nvPicPr>
          <p:cNvPr id="92163" name="Picture 2"/>
          <p:cNvPicPr>
            <a:picLocks noChangeAspect="1" noChangeArrowheads="1"/>
          </p:cNvPicPr>
          <p:nvPr/>
        </p:nvPicPr>
        <p:blipFill>
          <a:blip r:embed="rId2">
            <a:extLst>
              <a:ext uri="{28A0092B-C50C-407E-A947-70E740481C1C}">
                <a14:useLocalDpi xmlns:a14="http://schemas.microsoft.com/office/drawing/2010/main" val="0"/>
              </a:ext>
            </a:extLst>
          </a:blip>
          <a:srcRect l="8453" t="17574" r="33797" b="15941"/>
          <a:stretch>
            <a:fillRect/>
          </a:stretch>
        </p:blipFill>
        <p:spPr bwMode="auto">
          <a:xfrm>
            <a:off x="6317673" y="3118322"/>
            <a:ext cx="5252231" cy="33988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164" name="Rectangle 4"/>
          <p:cNvSpPr txBox="1">
            <a:spLocks noChangeArrowheads="1"/>
          </p:cNvSpPr>
          <p:nvPr/>
        </p:nvSpPr>
        <p:spPr bwMode="auto">
          <a:xfrm>
            <a:off x="62722" y="347318"/>
            <a:ext cx="22875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s-ES" b="1" dirty="0">
                <a:solidFill>
                  <a:srgbClr val="000000"/>
                </a:solidFill>
                <a:cs typeface="Tahoma" pitchFamily="34" charset="0"/>
              </a:rPr>
              <a:t>Ejercicios en Clase</a:t>
            </a:r>
          </a:p>
        </p:txBody>
      </p:sp>
    </p:spTree>
    <p:extLst>
      <p:ext uri="{BB962C8B-B14F-4D97-AF65-F5344CB8AC3E}">
        <p14:creationId xmlns:p14="http://schemas.microsoft.com/office/powerpoint/2010/main" val="787578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1 Rectángulo"/>
          <p:cNvSpPr>
            <a:spLocks noChangeArrowheads="1"/>
          </p:cNvSpPr>
          <p:nvPr/>
        </p:nvSpPr>
        <p:spPr bwMode="auto">
          <a:xfrm>
            <a:off x="2380326" y="888986"/>
            <a:ext cx="8153400" cy="1306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5000"/>
              </a:lnSpc>
              <a:spcAft>
                <a:spcPts val="1000"/>
              </a:spcAft>
            </a:pPr>
            <a:r>
              <a:rPr lang="es-MX" b="1" dirty="0"/>
              <a:t>International Capital, Inc. Parte A </a:t>
            </a:r>
            <a:r>
              <a:rPr lang="es-MX" b="1" dirty="0" err="1"/>
              <a:t>Dist</a:t>
            </a:r>
            <a:r>
              <a:rPr lang="es-MX" b="1" dirty="0"/>
              <a:t>. Beta</a:t>
            </a:r>
            <a:endParaRPr lang="es-MX" dirty="0"/>
          </a:p>
          <a:p>
            <a:pPr algn="just">
              <a:lnSpc>
                <a:spcPct val="115000"/>
              </a:lnSpc>
              <a:spcAft>
                <a:spcPts val="1000"/>
              </a:spcAft>
            </a:pPr>
            <a:r>
              <a:rPr lang="es-MX" sz="1100" dirty="0"/>
              <a:t>La International Capital, Inc. (IC) es una pequeña empresa de inversión que se especializa en asegurar fondos para empresas pequeñas y medianas. IC puede utilizar un formato estandarizado de proyecto para cada compromiso. Nada más los tiempos de actividad y las circunstancias poco usuales modifican la red estándar. Se ha asignado a Beth Brown a este cliente como gerente de proyecto y ella ha recopilado información sobre la red y tiempos de actividad para el último cliente de la siguiente manera:</a:t>
            </a:r>
          </a:p>
        </p:txBody>
      </p:sp>
      <p:sp>
        <p:nvSpPr>
          <p:cNvPr id="93187" name="Rectangle 4"/>
          <p:cNvSpPr txBox="1">
            <a:spLocks noChangeArrowheads="1"/>
          </p:cNvSpPr>
          <p:nvPr/>
        </p:nvSpPr>
        <p:spPr bwMode="auto">
          <a:xfrm>
            <a:off x="0" y="394256"/>
            <a:ext cx="11464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s-ES" b="1" dirty="0">
                <a:solidFill>
                  <a:srgbClr val="000000"/>
                </a:solidFill>
                <a:cs typeface="Tahoma" pitchFamily="34" charset="0"/>
              </a:rPr>
              <a:t>Ejercicio</a:t>
            </a:r>
          </a:p>
        </p:txBody>
      </p:sp>
      <p:graphicFrame>
        <p:nvGraphicFramePr>
          <p:cNvPr id="4" name="3 Tabla"/>
          <p:cNvGraphicFramePr>
            <a:graphicFrameLocks noGrp="1"/>
          </p:cNvGraphicFramePr>
          <p:nvPr/>
        </p:nvGraphicFramePr>
        <p:xfrm>
          <a:off x="2531139" y="2173273"/>
          <a:ext cx="5753100" cy="2944809"/>
        </p:xfrm>
        <a:graphic>
          <a:graphicData uri="http://schemas.openxmlformats.org/drawingml/2006/table">
            <a:tbl>
              <a:tblPr firstRow="1" firstCol="1" bandRow="1"/>
              <a:tblGrid>
                <a:gridCol w="518795">
                  <a:extLst>
                    <a:ext uri="{9D8B030D-6E8A-4147-A177-3AD203B41FA5}">
                      <a16:colId xmlns:a16="http://schemas.microsoft.com/office/drawing/2014/main" val="20000"/>
                    </a:ext>
                  </a:extLst>
                </a:gridCol>
                <a:gridCol w="1980565">
                  <a:extLst>
                    <a:ext uri="{9D8B030D-6E8A-4147-A177-3AD203B41FA5}">
                      <a16:colId xmlns:a16="http://schemas.microsoft.com/office/drawing/2014/main" val="20001"/>
                    </a:ext>
                  </a:extLst>
                </a:gridCol>
                <a:gridCol w="1076325">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9615">
                  <a:extLst>
                    <a:ext uri="{9D8B030D-6E8A-4147-A177-3AD203B41FA5}">
                      <a16:colId xmlns:a16="http://schemas.microsoft.com/office/drawing/2014/main" val="20005"/>
                    </a:ext>
                  </a:extLst>
                </a:gridCol>
              </a:tblGrid>
              <a:tr h="280458">
                <a:tc>
                  <a:txBody>
                    <a:bodyPr/>
                    <a:lstStyle/>
                    <a:p>
                      <a:pPr algn="ctr">
                        <a:lnSpc>
                          <a:spcPct val="115000"/>
                        </a:lnSpc>
                        <a:spcAft>
                          <a:spcPts val="1000"/>
                        </a:spcAft>
                      </a:pPr>
                      <a:r>
                        <a:rPr lang="es-MX" sz="800" b="1" dirty="0" err="1">
                          <a:effectLst/>
                          <a:latin typeface="Calibri"/>
                          <a:ea typeface="Calibri"/>
                          <a:cs typeface="Times New Roman"/>
                        </a:rPr>
                        <a:t>Act</a:t>
                      </a:r>
                      <a:endParaRPr lang="es-MX" sz="11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b="1" dirty="0">
                          <a:effectLst/>
                          <a:latin typeface="Calibri"/>
                          <a:ea typeface="Calibri"/>
                          <a:cs typeface="Times New Roman"/>
                        </a:rPr>
                        <a:t>Descripción</a:t>
                      </a:r>
                      <a:endParaRPr lang="es-MX" sz="11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b="1">
                          <a:effectLst/>
                          <a:latin typeface="Calibri"/>
                          <a:ea typeface="Calibri"/>
                          <a:cs typeface="Times New Roman"/>
                        </a:rPr>
                        <a:t>Predecesora inmediata</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b="1">
                          <a:effectLst/>
                          <a:latin typeface="Calibri"/>
                          <a:ea typeface="Calibri"/>
                          <a:cs typeface="Times New Roman"/>
                        </a:rPr>
                        <a:t>Optimista</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b="1">
                          <a:effectLst/>
                          <a:latin typeface="Calibri"/>
                          <a:ea typeface="Calibri"/>
                          <a:cs typeface="Times New Roman"/>
                        </a:rPr>
                        <a:t>Más probable</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b="1">
                          <a:effectLst/>
                          <a:latin typeface="Calibri"/>
                          <a:ea typeface="Calibri"/>
                          <a:cs typeface="Times New Roman"/>
                        </a:rPr>
                        <a:t>Pesimista</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0458">
                <a:tc>
                  <a:txBody>
                    <a:bodyPr/>
                    <a:lstStyle/>
                    <a:p>
                      <a:pPr algn="ctr">
                        <a:lnSpc>
                          <a:spcPct val="115000"/>
                        </a:lnSpc>
                        <a:spcAft>
                          <a:spcPts val="1000"/>
                        </a:spcAft>
                      </a:pPr>
                      <a:r>
                        <a:rPr lang="es-MX" sz="800">
                          <a:effectLst/>
                          <a:latin typeface="Calibri"/>
                          <a:ea typeface="Calibri"/>
                          <a:cs typeface="Times New Roman"/>
                        </a:rPr>
                        <a:t>A</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Comenzar el borrador de la historia con la plantilla</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4</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7</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10</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0229">
                <a:tc>
                  <a:txBody>
                    <a:bodyPr/>
                    <a:lstStyle/>
                    <a:p>
                      <a:pPr algn="ctr">
                        <a:lnSpc>
                          <a:spcPct val="115000"/>
                        </a:lnSpc>
                        <a:spcAft>
                          <a:spcPts val="1000"/>
                        </a:spcAft>
                      </a:pPr>
                      <a:r>
                        <a:rPr lang="es-MX" sz="800">
                          <a:effectLst/>
                          <a:latin typeface="Calibri"/>
                          <a:ea typeface="Calibri"/>
                          <a:cs typeface="Times New Roman"/>
                        </a:rPr>
                        <a:t>B</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Investigar la firma del cliente</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4</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8</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0458">
                <a:tc>
                  <a:txBody>
                    <a:bodyPr/>
                    <a:lstStyle/>
                    <a:p>
                      <a:pPr algn="ctr">
                        <a:lnSpc>
                          <a:spcPct val="115000"/>
                        </a:lnSpc>
                        <a:spcAft>
                          <a:spcPts val="1000"/>
                        </a:spcAft>
                      </a:pPr>
                      <a:r>
                        <a:rPr lang="es-MX" sz="800">
                          <a:effectLst/>
                          <a:latin typeface="Calibri"/>
                          <a:ea typeface="Calibri"/>
                          <a:cs typeface="Times New Roman"/>
                        </a:rPr>
                        <a:t>C</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Crear un borrador aproximado de “diligencia debida”</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A,B</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5</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8</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0458">
                <a:tc>
                  <a:txBody>
                    <a:bodyPr/>
                    <a:lstStyle/>
                    <a:p>
                      <a:pPr algn="ctr">
                        <a:lnSpc>
                          <a:spcPct val="115000"/>
                        </a:lnSpc>
                        <a:spcAft>
                          <a:spcPts val="1000"/>
                        </a:spcAft>
                      </a:pPr>
                      <a:r>
                        <a:rPr lang="es-MX" sz="800">
                          <a:effectLst/>
                          <a:latin typeface="Calibri"/>
                          <a:ea typeface="Calibri"/>
                          <a:cs typeface="Times New Roman"/>
                        </a:rPr>
                        <a:t>D</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dirty="0">
                          <a:effectLst/>
                          <a:latin typeface="Calibri"/>
                          <a:ea typeface="Calibri"/>
                          <a:cs typeface="Times New Roman"/>
                        </a:rPr>
                        <a:t>Coordinar la propuesta de necesidades con el cliente</a:t>
                      </a:r>
                      <a:endParaRPr lang="es-MX" sz="11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16</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19</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28</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80458">
                <a:tc>
                  <a:txBody>
                    <a:bodyPr/>
                    <a:lstStyle/>
                    <a:p>
                      <a:pPr algn="ctr">
                        <a:lnSpc>
                          <a:spcPct val="115000"/>
                        </a:lnSpc>
                        <a:spcAft>
                          <a:spcPts val="1000"/>
                        </a:spcAft>
                      </a:pPr>
                      <a:r>
                        <a:rPr lang="es-MX" sz="800">
                          <a:effectLst/>
                          <a:latin typeface="Calibri"/>
                          <a:ea typeface="Calibri"/>
                          <a:cs typeface="Times New Roman"/>
                        </a:rPr>
                        <a:t>E</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Calcular la demanda futura y los flujos de efectivo</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6</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9</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24</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80458">
                <a:tc>
                  <a:txBody>
                    <a:bodyPr/>
                    <a:lstStyle/>
                    <a:p>
                      <a:pPr algn="ctr">
                        <a:lnSpc>
                          <a:spcPct val="115000"/>
                        </a:lnSpc>
                        <a:spcAft>
                          <a:spcPts val="1000"/>
                        </a:spcAft>
                      </a:pPr>
                      <a:r>
                        <a:rPr lang="es-MX" sz="800">
                          <a:effectLst/>
                          <a:latin typeface="Calibri"/>
                          <a:ea typeface="Calibri"/>
                          <a:cs typeface="Times New Roman"/>
                        </a:rPr>
                        <a:t>F</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Elaborar un borrador para los planes futuros para la empresa cliente</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E</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7</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13</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40229">
                <a:tc>
                  <a:txBody>
                    <a:bodyPr/>
                    <a:lstStyle/>
                    <a:p>
                      <a:pPr algn="ctr">
                        <a:lnSpc>
                          <a:spcPct val="115000"/>
                        </a:lnSpc>
                        <a:spcAft>
                          <a:spcPts val="1000"/>
                        </a:spcAft>
                      </a:pPr>
                      <a:r>
                        <a:rPr lang="es-MX" sz="800">
                          <a:effectLst/>
                          <a:latin typeface="Calibri"/>
                          <a:ea typeface="Calibri"/>
                          <a:cs typeface="Times New Roman"/>
                        </a:rPr>
                        <a:t>G</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Crear y aprobar documentos legales</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4</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10</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28</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80458">
                <a:tc>
                  <a:txBody>
                    <a:bodyPr/>
                    <a:lstStyle/>
                    <a:p>
                      <a:pPr algn="ctr">
                        <a:lnSpc>
                          <a:spcPct val="115000"/>
                        </a:lnSpc>
                        <a:spcAft>
                          <a:spcPts val="1000"/>
                        </a:spcAft>
                      </a:pPr>
                      <a:r>
                        <a:rPr lang="es-MX" sz="800">
                          <a:effectLst/>
                          <a:latin typeface="Calibri"/>
                          <a:ea typeface="Calibri"/>
                          <a:cs typeface="Times New Roman"/>
                        </a:rPr>
                        <a:t>H</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Integrar todos los borradores en la propuesta del primer borrador</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D,F,G</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5</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14</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40229">
                <a:tc>
                  <a:txBody>
                    <a:bodyPr/>
                    <a:lstStyle/>
                    <a:p>
                      <a:pPr algn="ctr">
                        <a:lnSpc>
                          <a:spcPct val="115000"/>
                        </a:lnSpc>
                        <a:spcAft>
                          <a:spcPts val="1000"/>
                        </a:spcAft>
                      </a:pPr>
                      <a:r>
                        <a:rPr lang="es-MX" sz="800">
                          <a:effectLst/>
                          <a:latin typeface="Calibri"/>
                          <a:ea typeface="Calibri"/>
                          <a:cs typeface="Times New Roman"/>
                        </a:rPr>
                        <a:t>I</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Alinear las fuentes potenciales de capital</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G,F</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5</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8</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17</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80458">
                <a:tc>
                  <a:txBody>
                    <a:bodyPr/>
                    <a:lstStyle/>
                    <a:p>
                      <a:pPr algn="ctr">
                        <a:lnSpc>
                          <a:spcPct val="115000"/>
                        </a:lnSpc>
                        <a:spcAft>
                          <a:spcPts val="1000"/>
                        </a:spcAft>
                      </a:pPr>
                      <a:r>
                        <a:rPr lang="es-MX" sz="800">
                          <a:effectLst/>
                          <a:latin typeface="Calibri"/>
                          <a:ea typeface="Calibri"/>
                          <a:cs typeface="Times New Roman"/>
                        </a:rPr>
                        <a:t>J</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Verificar, aprobar e imprimir la propuesta legal final</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H</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5</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8</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80458">
                <a:tc>
                  <a:txBody>
                    <a:bodyPr/>
                    <a:lstStyle/>
                    <a:p>
                      <a:pPr algn="ctr">
                        <a:lnSpc>
                          <a:spcPct val="115000"/>
                        </a:lnSpc>
                        <a:spcAft>
                          <a:spcPts val="1000"/>
                        </a:spcAft>
                      </a:pPr>
                      <a:r>
                        <a:rPr lang="es-MX" sz="800">
                          <a:effectLst/>
                          <a:latin typeface="Calibri"/>
                          <a:ea typeface="Calibri"/>
                          <a:cs typeface="Times New Roman"/>
                        </a:rPr>
                        <a:t>K</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Firmar los contratos y los fondos de transferencia</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I,J</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17</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29</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dirty="0">
                          <a:effectLst/>
                          <a:latin typeface="Calibri"/>
                          <a:ea typeface="Calibri"/>
                          <a:cs typeface="Times New Roman"/>
                        </a:rPr>
                        <a:t>45</a:t>
                      </a:r>
                      <a:endParaRPr lang="es-MX" sz="11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93281" name="4 Rectángulo"/>
          <p:cNvSpPr>
            <a:spLocks noChangeArrowheads="1"/>
          </p:cNvSpPr>
          <p:nvPr/>
        </p:nvSpPr>
        <p:spPr bwMode="auto">
          <a:xfrm>
            <a:off x="2380327" y="5221272"/>
            <a:ext cx="8526463" cy="1248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5000"/>
              </a:lnSpc>
              <a:spcAft>
                <a:spcPts val="1000"/>
              </a:spcAft>
            </a:pPr>
            <a:r>
              <a:rPr lang="es-MX" sz="1100"/>
              <a:t>Informe administrativo Brown y otros socios corredores tienen una política de pasar su plan a la revisión de un comité de colegas. Por lo general, este comité verifica que se cubran todos los detalles, que los tiempos sean realistas y que los recursos estén disponibles. Brown desea que usted desarrolle un reporte donde presente un programa planeado y el tiempo esperado para la terminación del proyecto en días hábiles. Incluya una red de proyecto en su reporte. La duración promedio para canalizar un proyecto de capital es de 70 días hábiles. Los socios de IC han acordado que es un buen negocio tener proyectos que tengan una probabilidad de 95% de que el plan se cumple. ¿Cómo se añade este proyecto al proyecto promedio? ¿Cuál tendría que ser el promedio para garantizar una probabilidad de 95% de que el proyecto se termine en 70 días hábiles.</a:t>
            </a:r>
          </a:p>
        </p:txBody>
      </p:sp>
    </p:spTree>
    <p:extLst>
      <p:ext uri="{BB962C8B-B14F-4D97-AF65-F5344CB8AC3E}">
        <p14:creationId xmlns:p14="http://schemas.microsoft.com/office/powerpoint/2010/main" val="4018318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p:cNvSpPr txBox="1">
            <a:spLocks noChangeArrowheads="1"/>
          </p:cNvSpPr>
          <p:nvPr/>
        </p:nvSpPr>
        <p:spPr bwMode="auto">
          <a:xfrm>
            <a:off x="46097" y="387771"/>
            <a:ext cx="22875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s-ES" b="1" dirty="0">
                <a:solidFill>
                  <a:srgbClr val="000000"/>
                </a:solidFill>
                <a:cs typeface="Tahoma" pitchFamily="34" charset="0"/>
              </a:rPr>
              <a:t>Ejercicios en Clase</a:t>
            </a:r>
          </a:p>
        </p:txBody>
      </p:sp>
      <p:graphicFrame>
        <p:nvGraphicFramePr>
          <p:cNvPr id="4" name="3 Tabla"/>
          <p:cNvGraphicFramePr>
            <a:graphicFrameLocks noGrp="1"/>
          </p:cNvGraphicFramePr>
          <p:nvPr/>
        </p:nvGraphicFramePr>
        <p:xfrm>
          <a:off x="1751706" y="1139451"/>
          <a:ext cx="5753100" cy="2944809"/>
        </p:xfrm>
        <a:graphic>
          <a:graphicData uri="http://schemas.openxmlformats.org/drawingml/2006/table">
            <a:tbl>
              <a:tblPr firstRow="1" firstCol="1" bandRow="1"/>
              <a:tblGrid>
                <a:gridCol w="455120">
                  <a:extLst>
                    <a:ext uri="{9D8B030D-6E8A-4147-A177-3AD203B41FA5}">
                      <a16:colId xmlns:a16="http://schemas.microsoft.com/office/drawing/2014/main" val="20000"/>
                    </a:ext>
                  </a:extLst>
                </a:gridCol>
                <a:gridCol w="2044240">
                  <a:extLst>
                    <a:ext uri="{9D8B030D-6E8A-4147-A177-3AD203B41FA5}">
                      <a16:colId xmlns:a16="http://schemas.microsoft.com/office/drawing/2014/main" val="20001"/>
                    </a:ext>
                  </a:extLst>
                </a:gridCol>
                <a:gridCol w="1076325">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9615">
                  <a:extLst>
                    <a:ext uri="{9D8B030D-6E8A-4147-A177-3AD203B41FA5}">
                      <a16:colId xmlns:a16="http://schemas.microsoft.com/office/drawing/2014/main" val="20005"/>
                    </a:ext>
                  </a:extLst>
                </a:gridCol>
              </a:tblGrid>
              <a:tr h="280458">
                <a:tc>
                  <a:txBody>
                    <a:bodyPr/>
                    <a:lstStyle/>
                    <a:p>
                      <a:pPr algn="ctr">
                        <a:lnSpc>
                          <a:spcPct val="115000"/>
                        </a:lnSpc>
                        <a:spcAft>
                          <a:spcPts val="1000"/>
                        </a:spcAft>
                      </a:pPr>
                      <a:r>
                        <a:rPr lang="es-MX" sz="800" b="1" dirty="0" err="1">
                          <a:effectLst/>
                          <a:latin typeface="Calibri"/>
                          <a:ea typeface="Calibri"/>
                          <a:cs typeface="Times New Roman"/>
                        </a:rPr>
                        <a:t>Act</a:t>
                      </a:r>
                      <a:endParaRPr lang="es-MX" sz="11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b="1" dirty="0">
                          <a:effectLst/>
                          <a:latin typeface="Calibri"/>
                          <a:ea typeface="Calibri"/>
                          <a:cs typeface="Times New Roman"/>
                        </a:rPr>
                        <a:t>Descripción</a:t>
                      </a:r>
                      <a:endParaRPr lang="es-MX" sz="11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b="1" dirty="0">
                          <a:effectLst/>
                          <a:latin typeface="Calibri"/>
                          <a:ea typeface="Calibri"/>
                          <a:cs typeface="Times New Roman"/>
                        </a:rPr>
                        <a:t>Predecesora inmediata</a:t>
                      </a:r>
                      <a:endParaRPr lang="es-MX" sz="11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b="1">
                          <a:effectLst/>
                          <a:latin typeface="Calibri"/>
                          <a:ea typeface="Calibri"/>
                          <a:cs typeface="Times New Roman"/>
                        </a:rPr>
                        <a:t>Optimista</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b="1">
                          <a:effectLst/>
                          <a:latin typeface="Calibri"/>
                          <a:ea typeface="Calibri"/>
                          <a:cs typeface="Times New Roman"/>
                        </a:rPr>
                        <a:t>Más probable</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b="1">
                          <a:effectLst/>
                          <a:latin typeface="Calibri"/>
                          <a:ea typeface="Calibri"/>
                          <a:cs typeface="Times New Roman"/>
                        </a:rPr>
                        <a:t>Pesimista</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0458">
                <a:tc>
                  <a:txBody>
                    <a:bodyPr/>
                    <a:lstStyle/>
                    <a:p>
                      <a:pPr algn="ctr">
                        <a:lnSpc>
                          <a:spcPct val="115000"/>
                        </a:lnSpc>
                        <a:spcAft>
                          <a:spcPts val="1000"/>
                        </a:spcAft>
                      </a:pPr>
                      <a:r>
                        <a:rPr lang="es-MX" sz="800">
                          <a:effectLst/>
                          <a:latin typeface="Calibri"/>
                          <a:ea typeface="Calibri"/>
                          <a:cs typeface="Times New Roman"/>
                        </a:rPr>
                        <a:t>A</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dirty="0">
                          <a:effectLst/>
                          <a:latin typeface="Calibri"/>
                          <a:ea typeface="Calibri"/>
                          <a:cs typeface="Times New Roman"/>
                        </a:rPr>
                        <a:t>Comenzar el borrador de la historia con la plantilla</a:t>
                      </a:r>
                      <a:endParaRPr lang="es-MX" sz="11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4</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7</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10</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0229">
                <a:tc>
                  <a:txBody>
                    <a:bodyPr/>
                    <a:lstStyle/>
                    <a:p>
                      <a:pPr algn="ctr">
                        <a:lnSpc>
                          <a:spcPct val="115000"/>
                        </a:lnSpc>
                        <a:spcAft>
                          <a:spcPts val="1000"/>
                        </a:spcAft>
                      </a:pPr>
                      <a:r>
                        <a:rPr lang="es-MX" sz="800">
                          <a:effectLst/>
                          <a:latin typeface="Calibri"/>
                          <a:ea typeface="Calibri"/>
                          <a:cs typeface="Times New Roman"/>
                        </a:rPr>
                        <a:t>B</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Investigar la firma del cliente</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4</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8</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0458">
                <a:tc>
                  <a:txBody>
                    <a:bodyPr/>
                    <a:lstStyle/>
                    <a:p>
                      <a:pPr algn="ctr">
                        <a:lnSpc>
                          <a:spcPct val="115000"/>
                        </a:lnSpc>
                        <a:spcAft>
                          <a:spcPts val="1000"/>
                        </a:spcAft>
                      </a:pPr>
                      <a:r>
                        <a:rPr lang="es-MX" sz="800">
                          <a:effectLst/>
                          <a:latin typeface="Calibri"/>
                          <a:ea typeface="Calibri"/>
                          <a:cs typeface="Times New Roman"/>
                        </a:rPr>
                        <a:t>C</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Crear un borrador aproximado de “diligencia debida”</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A,B</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5</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8</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0458">
                <a:tc>
                  <a:txBody>
                    <a:bodyPr/>
                    <a:lstStyle/>
                    <a:p>
                      <a:pPr algn="ctr">
                        <a:lnSpc>
                          <a:spcPct val="115000"/>
                        </a:lnSpc>
                        <a:spcAft>
                          <a:spcPts val="1000"/>
                        </a:spcAft>
                      </a:pPr>
                      <a:r>
                        <a:rPr lang="es-MX" sz="800">
                          <a:effectLst/>
                          <a:latin typeface="Calibri"/>
                          <a:ea typeface="Calibri"/>
                          <a:cs typeface="Times New Roman"/>
                        </a:rPr>
                        <a:t>D</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dirty="0">
                          <a:effectLst/>
                          <a:latin typeface="Calibri"/>
                          <a:ea typeface="Calibri"/>
                          <a:cs typeface="Times New Roman"/>
                        </a:rPr>
                        <a:t>Coordinar la propuesta de necesidades con el cliente</a:t>
                      </a:r>
                      <a:endParaRPr lang="es-MX" sz="11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16</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19</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28</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80458">
                <a:tc>
                  <a:txBody>
                    <a:bodyPr/>
                    <a:lstStyle/>
                    <a:p>
                      <a:pPr algn="ctr">
                        <a:lnSpc>
                          <a:spcPct val="115000"/>
                        </a:lnSpc>
                        <a:spcAft>
                          <a:spcPts val="1000"/>
                        </a:spcAft>
                      </a:pPr>
                      <a:r>
                        <a:rPr lang="es-MX" sz="800">
                          <a:effectLst/>
                          <a:latin typeface="Calibri"/>
                          <a:ea typeface="Calibri"/>
                          <a:cs typeface="Times New Roman"/>
                        </a:rPr>
                        <a:t>E</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Calcular la demanda futura y los flujos de efectivo</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6</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9</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24</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80458">
                <a:tc>
                  <a:txBody>
                    <a:bodyPr/>
                    <a:lstStyle/>
                    <a:p>
                      <a:pPr algn="ctr">
                        <a:lnSpc>
                          <a:spcPct val="115000"/>
                        </a:lnSpc>
                        <a:spcAft>
                          <a:spcPts val="1000"/>
                        </a:spcAft>
                      </a:pPr>
                      <a:r>
                        <a:rPr lang="es-MX" sz="800">
                          <a:effectLst/>
                          <a:latin typeface="Calibri"/>
                          <a:ea typeface="Calibri"/>
                          <a:cs typeface="Times New Roman"/>
                        </a:rPr>
                        <a:t>F</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Elaborar un borrador para los planes futuros para la empresa cliente</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E</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7</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13</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40229">
                <a:tc>
                  <a:txBody>
                    <a:bodyPr/>
                    <a:lstStyle/>
                    <a:p>
                      <a:pPr algn="ctr">
                        <a:lnSpc>
                          <a:spcPct val="115000"/>
                        </a:lnSpc>
                        <a:spcAft>
                          <a:spcPts val="1000"/>
                        </a:spcAft>
                      </a:pPr>
                      <a:r>
                        <a:rPr lang="es-MX" sz="800">
                          <a:effectLst/>
                          <a:latin typeface="Calibri"/>
                          <a:ea typeface="Calibri"/>
                          <a:cs typeface="Times New Roman"/>
                        </a:rPr>
                        <a:t>G</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Crear y aprobar documentos legales</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C</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4</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10</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28</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80458">
                <a:tc>
                  <a:txBody>
                    <a:bodyPr/>
                    <a:lstStyle/>
                    <a:p>
                      <a:pPr algn="ctr">
                        <a:lnSpc>
                          <a:spcPct val="115000"/>
                        </a:lnSpc>
                        <a:spcAft>
                          <a:spcPts val="1000"/>
                        </a:spcAft>
                      </a:pPr>
                      <a:r>
                        <a:rPr lang="es-MX" sz="800">
                          <a:effectLst/>
                          <a:latin typeface="Calibri"/>
                          <a:ea typeface="Calibri"/>
                          <a:cs typeface="Times New Roman"/>
                        </a:rPr>
                        <a:t>H</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Integrar todos los borradores en la propuesta del primer borrador</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D,F,G</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5</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14</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40229">
                <a:tc>
                  <a:txBody>
                    <a:bodyPr/>
                    <a:lstStyle/>
                    <a:p>
                      <a:pPr algn="ctr">
                        <a:lnSpc>
                          <a:spcPct val="115000"/>
                        </a:lnSpc>
                        <a:spcAft>
                          <a:spcPts val="1000"/>
                        </a:spcAft>
                      </a:pPr>
                      <a:r>
                        <a:rPr lang="es-MX" sz="800">
                          <a:effectLst/>
                          <a:latin typeface="Calibri"/>
                          <a:ea typeface="Calibri"/>
                          <a:cs typeface="Times New Roman"/>
                        </a:rPr>
                        <a:t>I</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Alinear las fuentes potenciales de capital</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G,F</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5</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8</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17</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80458">
                <a:tc>
                  <a:txBody>
                    <a:bodyPr/>
                    <a:lstStyle/>
                    <a:p>
                      <a:pPr algn="ctr">
                        <a:lnSpc>
                          <a:spcPct val="115000"/>
                        </a:lnSpc>
                        <a:spcAft>
                          <a:spcPts val="1000"/>
                        </a:spcAft>
                      </a:pPr>
                      <a:r>
                        <a:rPr lang="es-MX" sz="800">
                          <a:effectLst/>
                          <a:latin typeface="Calibri"/>
                          <a:ea typeface="Calibri"/>
                          <a:cs typeface="Times New Roman"/>
                        </a:rPr>
                        <a:t>J</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Verificar, aprobar e imprimir la propuesta legal final</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H</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5</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8</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80458">
                <a:tc>
                  <a:txBody>
                    <a:bodyPr/>
                    <a:lstStyle/>
                    <a:p>
                      <a:pPr algn="ctr">
                        <a:lnSpc>
                          <a:spcPct val="115000"/>
                        </a:lnSpc>
                        <a:spcAft>
                          <a:spcPts val="1000"/>
                        </a:spcAft>
                      </a:pPr>
                      <a:r>
                        <a:rPr lang="es-MX" sz="800">
                          <a:effectLst/>
                          <a:latin typeface="Calibri"/>
                          <a:ea typeface="Calibri"/>
                          <a:cs typeface="Times New Roman"/>
                        </a:rPr>
                        <a:t>K</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Firmar los contratos y los fondos de transferencia</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I,J</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17</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a:effectLst/>
                          <a:latin typeface="Calibri"/>
                          <a:ea typeface="Calibri"/>
                          <a:cs typeface="Times New Roman"/>
                        </a:rPr>
                        <a:t>29</a:t>
                      </a:r>
                      <a:endParaRPr lang="es-MX"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MX" sz="800" dirty="0">
                          <a:effectLst/>
                          <a:latin typeface="Calibri"/>
                          <a:ea typeface="Calibri"/>
                          <a:cs typeface="Times New Roman"/>
                        </a:rPr>
                        <a:t>45</a:t>
                      </a:r>
                      <a:endParaRPr lang="es-MX" sz="11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pic>
        <p:nvPicPr>
          <p:cNvPr id="94304" name="Picture 2"/>
          <p:cNvPicPr>
            <a:picLocks noChangeAspect="1" noChangeArrowheads="1"/>
          </p:cNvPicPr>
          <p:nvPr/>
        </p:nvPicPr>
        <p:blipFill>
          <a:blip r:embed="rId2">
            <a:extLst>
              <a:ext uri="{28A0092B-C50C-407E-A947-70E740481C1C}">
                <a14:useLocalDpi xmlns:a14="http://schemas.microsoft.com/office/drawing/2010/main" val="0"/>
              </a:ext>
            </a:extLst>
          </a:blip>
          <a:srcRect t="17390" r="10065" b="42754"/>
          <a:stretch>
            <a:fillRect/>
          </a:stretch>
        </p:blipFill>
        <p:spPr bwMode="auto">
          <a:xfrm>
            <a:off x="1935857" y="4357312"/>
            <a:ext cx="8010525" cy="19954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30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032" y="2082426"/>
            <a:ext cx="2903537" cy="188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306" name="Rectangle 2"/>
          <p:cNvSpPr txBox="1">
            <a:spLocks noChangeArrowheads="1"/>
          </p:cNvSpPr>
          <p:nvPr/>
        </p:nvSpPr>
        <p:spPr bwMode="auto">
          <a:xfrm>
            <a:off x="7734994" y="1093412"/>
            <a:ext cx="28225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sz="1100" b="1">
                <a:solidFill>
                  <a:srgbClr val="005696"/>
                </a:solidFill>
                <a:latin typeface="Tahoma" pitchFamily="34" charset="0"/>
                <a:cs typeface="Tahoma" pitchFamily="34" charset="0"/>
              </a:rPr>
              <a:t>Diagrama PERT</a:t>
            </a:r>
            <a:br>
              <a:rPr lang="en-GB" sz="1100" b="1">
                <a:solidFill>
                  <a:srgbClr val="005696"/>
                </a:solidFill>
                <a:latin typeface="Tahoma" pitchFamily="34" charset="0"/>
                <a:cs typeface="Tahoma" pitchFamily="34" charset="0"/>
              </a:rPr>
            </a:br>
            <a:br>
              <a:rPr lang="en-GB" sz="1100" b="1">
                <a:solidFill>
                  <a:srgbClr val="005696"/>
                </a:solidFill>
                <a:latin typeface="Tahoma" pitchFamily="34" charset="0"/>
                <a:cs typeface="Tahoma" pitchFamily="34" charset="0"/>
              </a:rPr>
            </a:br>
            <a:r>
              <a:rPr lang="en-GB" sz="1100" b="1">
                <a:solidFill>
                  <a:srgbClr val="005696"/>
                </a:solidFill>
                <a:latin typeface="Tahoma" pitchFamily="34" charset="0"/>
                <a:cs typeface="Tahoma" pitchFamily="34" charset="0"/>
              </a:rPr>
              <a:t>Concepto Distribución Beta</a:t>
            </a:r>
            <a:endParaRPr lang="es-ES" sz="1100" b="1">
              <a:solidFill>
                <a:srgbClr val="005696"/>
              </a:solidFill>
              <a:latin typeface="Tahoma" pitchFamily="34" charset="0"/>
              <a:cs typeface="Tahoma" pitchFamily="34" charset="0"/>
            </a:endParaRPr>
          </a:p>
        </p:txBody>
      </p:sp>
    </p:spTree>
    <p:extLst>
      <p:ext uri="{BB962C8B-B14F-4D97-AF65-F5344CB8AC3E}">
        <p14:creationId xmlns:p14="http://schemas.microsoft.com/office/powerpoint/2010/main" val="3730044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6"/>
        <p:cNvGrpSpPr/>
        <p:nvPr/>
      </p:nvGrpSpPr>
      <p:grpSpPr>
        <a:xfrm>
          <a:off x="0" y="0"/>
          <a:ext cx="0" cy="0"/>
          <a:chOff x="0" y="0"/>
          <a:chExt cx="0" cy="0"/>
        </a:xfrm>
      </p:grpSpPr>
      <p:sp>
        <p:nvSpPr>
          <p:cNvPr id="848" name="Google Shape;848;p83"/>
          <p:cNvSpPr txBox="1"/>
          <p:nvPr/>
        </p:nvSpPr>
        <p:spPr>
          <a:xfrm>
            <a:off x="7170622" y="2036385"/>
            <a:ext cx="4272787" cy="933603"/>
          </a:xfrm>
          <a:prstGeom prst="rect">
            <a:avLst/>
          </a:prstGeom>
          <a:noFill/>
          <a:ln>
            <a:noFill/>
          </a:ln>
        </p:spPr>
        <p:txBody>
          <a:bodyPr spcFirstLastPara="1" wrap="square" lIns="91425" tIns="45700" rIns="91425" bIns="45700" anchor="t" anchorCtr="0">
            <a:spAutoFit/>
          </a:bodyPr>
          <a:lstStyle/>
          <a:p>
            <a:pPr algn="r">
              <a:buClr>
                <a:srgbClr val="000000"/>
              </a:buClr>
            </a:pPr>
            <a:r>
              <a:rPr lang="it-IT" sz="5500" b="1" kern="0">
                <a:solidFill>
                  <a:srgbClr val="FFFFFF"/>
                </a:solidFill>
                <a:latin typeface="Arial"/>
                <a:ea typeface="Arial"/>
                <a:cs typeface="Arial"/>
                <a:sym typeface="Arial"/>
              </a:rPr>
              <a:t>¡ GRACIAS !</a:t>
            </a:r>
            <a:endParaRPr sz="5500" b="1" kern="0">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4090</TotalTime>
  <Words>745</Words>
  <Application>Microsoft Office PowerPoint</Application>
  <PresentationFormat>Panorámica</PresentationFormat>
  <Paragraphs>182</Paragraphs>
  <Slides>8</Slides>
  <Notes>4</Notes>
  <HiddenSlides>0</HiddenSlides>
  <MMClips>0</MMClips>
  <ScaleCrop>false</ScaleCrop>
  <HeadingPairs>
    <vt:vector size="6" baseType="variant">
      <vt:variant>
        <vt:lpstr>Fuentes usadas</vt:lpstr>
      </vt:variant>
      <vt:variant>
        <vt:i4>9</vt:i4>
      </vt:variant>
      <vt:variant>
        <vt:lpstr>Tema</vt:lpstr>
      </vt:variant>
      <vt:variant>
        <vt:i4>2</vt:i4>
      </vt:variant>
      <vt:variant>
        <vt:lpstr>Títulos de diapositiva</vt:lpstr>
      </vt:variant>
      <vt:variant>
        <vt:i4>8</vt:i4>
      </vt:variant>
    </vt:vector>
  </HeadingPairs>
  <TitlesOfParts>
    <vt:vector size="19" baseType="lpstr">
      <vt:lpstr>Arial</vt:lpstr>
      <vt:lpstr>Arial Black</vt:lpstr>
      <vt:lpstr>Calibri</vt:lpstr>
      <vt:lpstr>Calibri Light</vt:lpstr>
      <vt:lpstr>Noto Sans Symbols</vt:lpstr>
      <vt:lpstr>Roboto Light</vt:lpstr>
      <vt:lpstr>Tahoma</vt:lpstr>
      <vt:lpstr>Times New Roman</vt:lpstr>
      <vt:lpstr>Verdana</vt:lpstr>
      <vt:lpstr>Tema de Office</vt:lpstr>
      <vt:lpstr>2_Tema de Office</vt:lpstr>
      <vt:lpstr>Presentación de PowerPoint</vt:lpstr>
      <vt:lpstr>Presentación de PowerPoint</vt:lpstr>
      <vt:lpstr>Presentación de PowerPoint</vt:lpstr>
      <vt:lpstr>Diagrama PERT. Variabilidad en un Proyecto.  Concepto Distribución Beta</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JBGV</dc:creator>
  <cp:lastModifiedBy>Juan Baldemar Garza Villegas</cp:lastModifiedBy>
  <cp:revision>362</cp:revision>
  <cp:lastPrinted>2020-10-05T21:27:12Z</cp:lastPrinted>
  <dcterms:created xsi:type="dcterms:W3CDTF">2020-01-22T17:21:41Z</dcterms:created>
  <dcterms:modified xsi:type="dcterms:W3CDTF">2025-11-11T15:23:52Z</dcterms:modified>
</cp:coreProperties>
</file>