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93" r:id="rId2"/>
  </p:sldMasterIdLst>
  <p:notesMasterIdLst>
    <p:notesMasterId r:id="rId15"/>
  </p:notesMasterIdLst>
  <p:handoutMasterIdLst>
    <p:handoutMasterId r:id="rId16"/>
  </p:handoutMasterIdLst>
  <p:sldIdLst>
    <p:sldId id="18634" r:id="rId3"/>
    <p:sldId id="256" r:id="rId4"/>
    <p:sldId id="18638" r:id="rId5"/>
    <p:sldId id="18680" r:id="rId6"/>
    <p:sldId id="18665" r:id="rId7"/>
    <p:sldId id="18683" r:id="rId8"/>
    <p:sldId id="18666" r:id="rId9"/>
    <p:sldId id="18668" r:id="rId10"/>
    <p:sldId id="18681" r:id="rId11"/>
    <p:sldId id="18362" r:id="rId12"/>
    <p:sldId id="18669" r:id="rId13"/>
    <p:sldId id="18635" r:id="rId14"/>
  </p:sldIdLst>
  <p:sldSz cx="12192000" cy="6858000"/>
  <p:notesSz cx="7315200" cy="96012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58">
          <p15:clr>
            <a:srgbClr val="A4A3A4"/>
          </p15:clr>
        </p15:guide>
        <p15:guide id="3" pos="619" userDrawn="1">
          <p15:clr>
            <a:srgbClr val="A4A3A4"/>
          </p15:clr>
        </p15:guide>
        <p15:guide id="4" pos="72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6D2EC"/>
    <a:srgbClr val="FFEC00"/>
    <a:srgbClr val="F5F1E8"/>
    <a:srgbClr val="FFFF66"/>
    <a:srgbClr val="D7E7F5"/>
    <a:srgbClr val="FFF7E1"/>
    <a:srgbClr val="50FF64"/>
    <a:srgbClr val="7030A0"/>
    <a:srgbClr val="50FF32"/>
    <a:srgbClr val="36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22" autoAdjust="0"/>
    <p:restoredTop sz="70673" autoAdjust="0"/>
  </p:normalViewPr>
  <p:slideViewPr>
    <p:cSldViewPr snapToGrid="0" snapToObjects="1">
      <p:cViewPr varScale="1">
        <p:scale>
          <a:sx n="88" d="100"/>
          <a:sy n="88" d="100"/>
        </p:scale>
        <p:origin x="555" y="270"/>
      </p:cViewPr>
      <p:guideLst>
        <p:guide orient="horz" pos="2160"/>
        <p:guide pos="3858"/>
        <p:guide pos="619"/>
        <p:guide pos="7287"/>
      </p:guideLst>
    </p:cSldViewPr>
  </p:slideViewPr>
  <p:notesTextViewPr>
    <p:cViewPr>
      <p:scale>
        <a:sx n="1" d="1"/>
        <a:sy n="1" d="1"/>
      </p:scale>
      <p:origin x="0" y="0"/>
    </p:cViewPr>
  </p:notesTextViewPr>
  <p:sorterViewPr>
    <p:cViewPr varScale="1">
      <p:scale>
        <a:sx n="1" d="1"/>
        <a:sy n="1" d="1"/>
      </p:scale>
      <p:origin x="0" y="0"/>
    </p:cViewPr>
  </p:sorterViewPr>
  <p:notesViewPr>
    <p:cSldViewPr snapToGrid="0" snapToObjects="1" showGuides="1">
      <p:cViewPr varScale="1">
        <p:scale>
          <a:sx n="46" d="100"/>
          <a:sy n="46" d="100"/>
        </p:scale>
        <p:origin x="2619" y="71"/>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789557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1"/>
            <a:ext cx="3169920" cy="481727"/>
          </a:xfrm>
          <a:prstGeom prst="rect">
            <a:avLst/>
          </a:prstGeom>
        </p:spPr>
        <p:txBody>
          <a:bodyPr vert="horz" lIns="96652" tIns="48327" rIns="96652" bIns="48327" rtlCol="0"/>
          <a:lstStyle>
            <a:lvl1pPr algn="l">
              <a:defRPr sz="1300"/>
            </a:lvl1pPr>
          </a:lstStyle>
          <a:p>
            <a:endParaRPr lang="es-MX"/>
          </a:p>
        </p:txBody>
      </p:sp>
      <p:sp>
        <p:nvSpPr>
          <p:cNvPr id="3" name="Marcador de fecha 2"/>
          <p:cNvSpPr>
            <a:spLocks noGrp="1"/>
          </p:cNvSpPr>
          <p:nvPr>
            <p:ph type="dt" idx="1"/>
          </p:nvPr>
        </p:nvSpPr>
        <p:spPr>
          <a:xfrm>
            <a:off x="4143587" y="1"/>
            <a:ext cx="3169920" cy="481727"/>
          </a:xfrm>
          <a:prstGeom prst="rect">
            <a:avLst/>
          </a:prstGeom>
        </p:spPr>
        <p:txBody>
          <a:bodyPr vert="horz" lIns="96652" tIns="48327" rIns="96652" bIns="48327" rtlCol="0"/>
          <a:lstStyle>
            <a:lvl1pPr algn="r">
              <a:defRPr sz="1300"/>
            </a:lvl1pPr>
          </a:lstStyle>
          <a:p>
            <a:fld id="{EDE75EBD-B9AC-724B-AD2A-A4A15581C23C}" type="datetimeFigureOut">
              <a:rPr lang="es-MX" smtClean="0"/>
              <a:t>11/11/2025</a:t>
            </a:fld>
            <a:endParaRPr lang="es-MX"/>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52" tIns="48327" rIns="96652" bIns="48327" rtlCol="0" anchor="ctr"/>
          <a:lstStyle/>
          <a:p>
            <a:endParaRPr lang="es-MX"/>
          </a:p>
        </p:txBody>
      </p:sp>
      <p:sp>
        <p:nvSpPr>
          <p:cNvPr id="5" name="Marcador de notas 4"/>
          <p:cNvSpPr>
            <a:spLocks noGrp="1"/>
          </p:cNvSpPr>
          <p:nvPr>
            <p:ph type="body" sz="quarter" idx="3"/>
          </p:nvPr>
        </p:nvSpPr>
        <p:spPr>
          <a:xfrm>
            <a:off x="731521" y="4620578"/>
            <a:ext cx="5852160" cy="3780474"/>
          </a:xfrm>
          <a:prstGeom prst="rect">
            <a:avLst/>
          </a:prstGeom>
        </p:spPr>
        <p:txBody>
          <a:bodyPr vert="horz" lIns="96652" tIns="48327" rIns="96652" bIns="48327"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1" y="9119475"/>
            <a:ext cx="3169920" cy="481726"/>
          </a:xfrm>
          <a:prstGeom prst="rect">
            <a:avLst/>
          </a:prstGeom>
        </p:spPr>
        <p:txBody>
          <a:bodyPr vert="horz" lIns="96652" tIns="48327" rIns="96652" bIns="48327" rtlCol="0" anchor="b"/>
          <a:lstStyle>
            <a:lvl1pPr algn="l">
              <a:defRPr sz="1300"/>
            </a:lvl1pPr>
          </a:lstStyle>
          <a:p>
            <a:endParaRPr lang="es-MX"/>
          </a:p>
        </p:txBody>
      </p:sp>
      <p:sp>
        <p:nvSpPr>
          <p:cNvPr id="7" name="Marcador de número de diapositiva 6"/>
          <p:cNvSpPr>
            <a:spLocks noGrp="1"/>
          </p:cNvSpPr>
          <p:nvPr>
            <p:ph type="sldNum" sz="quarter" idx="5"/>
          </p:nvPr>
        </p:nvSpPr>
        <p:spPr>
          <a:xfrm>
            <a:off x="4143587" y="9119475"/>
            <a:ext cx="3169920" cy="481726"/>
          </a:xfrm>
          <a:prstGeom prst="rect">
            <a:avLst/>
          </a:prstGeom>
        </p:spPr>
        <p:txBody>
          <a:bodyPr vert="horz" lIns="96652" tIns="48327" rIns="96652" bIns="48327" rtlCol="0" anchor="b"/>
          <a:lstStyle>
            <a:lvl1pPr algn="r">
              <a:defRPr sz="1300"/>
            </a:lvl1pPr>
          </a:lstStyle>
          <a:p>
            <a:fld id="{98894399-53F9-9442-B0D8-8FD026373867}" type="slidenum">
              <a:rPr lang="es-MX" smtClean="0"/>
              <a:t>‹Nº›</a:t>
            </a:fld>
            <a:endParaRPr lang="es-MX"/>
          </a:p>
        </p:txBody>
      </p:sp>
    </p:spTree>
    <p:extLst>
      <p:ext uri="{BB962C8B-B14F-4D97-AF65-F5344CB8AC3E}">
        <p14:creationId xmlns:p14="http://schemas.microsoft.com/office/powerpoint/2010/main" val="166295306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it-IT" sz="14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sz="14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Tree>
    <p:extLst>
      <p:ext uri="{BB962C8B-B14F-4D97-AF65-F5344CB8AC3E}">
        <p14:creationId xmlns:p14="http://schemas.microsoft.com/office/powerpoint/2010/main" val="447308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13D29-91D0-A132-ED9A-B1172B6AC82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808D13-6234-CDA9-4B90-A6B7B405E1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C53E3A-5468-FA6A-A429-77B98E10950C}"/>
              </a:ext>
            </a:extLst>
          </p:cNvPr>
          <p:cNvSpPr>
            <a:spLocks noGrp="1"/>
          </p:cNvSpPr>
          <p:nvPr>
            <p:ph type="body" idx="1"/>
          </p:nvPr>
        </p:nvSpPr>
        <p:spPr/>
        <p:txBody>
          <a:bodyPr/>
          <a:lstStyle/>
          <a:p>
            <a:endParaRPr lang="es-MX"/>
          </a:p>
        </p:txBody>
      </p:sp>
    </p:spTree>
    <p:extLst>
      <p:ext uri="{BB962C8B-B14F-4D97-AF65-F5344CB8AC3E}">
        <p14:creationId xmlns:p14="http://schemas.microsoft.com/office/powerpoint/2010/main" val="251730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Tree>
    <p:extLst>
      <p:ext uri="{BB962C8B-B14F-4D97-AF65-F5344CB8AC3E}">
        <p14:creationId xmlns:p14="http://schemas.microsoft.com/office/powerpoint/2010/main" val="1056065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5" name="Google Shape;845;p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F962F1-4B08-EC4C-A6BE-F097EC6E7714}"/>
              </a:ext>
            </a:extLst>
          </p:cNvPr>
          <p:cNvSpPr>
            <a:spLocks noGrp="1"/>
          </p:cNvSpPr>
          <p:nvPr>
            <p:ph type="title"/>
          </p:nvPr>
        </p:nvSpPr>
        <p:spPr/>
        <p:txBody>
          <a:bodyPr/>
          <a:lstStyle/>
          <a:p>
            <a:r>
              <a:rPr lang="es-MX" dirty="0"/>
              <a:t>Haz clic para modificar el estilo de título del patrón</a:t>
            </a:r>
          </a:p>
        </p:txBody>
      </p:sp>
      <p:sp>
        <p:nvSpPr>
          <p:cNvPr id="3" name="Marcador de contenido 2">
            <a:extLst>
              <a:ext uri="{FF2B5EF4-FFF2-40B4-BE49-F238E27FC236}">
                <a16:creationId xmlns:a16="http://schemas.microsoft.com/office/drawing/2014/main" id="{5103C524-75CA-8249-819F-B0A7092BBDD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número de diapositiva 5">
            <a:extLst>
              <a:ext uri="{FF2B5EF4-FFF2-40B4-BE49-F238E27FC236}">
                <a16:creationId xmlns:a16="http://schemas.microsoft.com/office/drawing/2014/main" id="{7F418C14-FFCF-C44B-9F30-4700E04A6185}"/>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261163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8" name="Imagen 12">
            <a:extLst>
              <a:ext uri="{FF2B5EF4-FFF2-40B4-BE49-F238E27FC236}">
                <a16:creationId xmlns:a16="http://schemas.microsoft.com/office/drawing/2014/main" id="{E1019451-1A6D-D846-8CFD-482E64F66F0F}"/>
              </a:ext>
            </a:extLst>
          </p:cNvPr>
          <p:cNvPicPr>
            <a:picLocks noChangeAspect="1"/>
          </p:cNvPicPr>
          <p:nvPr userDrawn="1"/>
        </p:nvPicPr>
        <p:blipFill>
          <a:blip r:embed="rId2"/>
          <a:stretch>
            <a:fillRect/>
          </a:stretch>
        </p:blipFill>
        <p:spPr>
          <a:xfrm>
            <a:off x="0" y="6134106"/>
            <a:ext cx="6095999" cy="746830"/>
          </a:xfrm>
          <a:prstGeom prst="rect">
            <a:avLst/>
          </a:prstGeom>
        </p:spPr>
      </p:pic>
      <p:pic>
        <p:nvPicPr>
          <p:cNvPr id="9" name="Picture 8" descr="Sin título-2.png"/>
          <p:cNvPicPr>
            <a:picLocks noChangeAspect="1"/>
          </p:cNvPicPr>
          <p:nvPr userDrawn="1"/>
        </p:nvPicPr>
        <p:blipFill rotWithShape="1">
          <a:blip r:embed="rId3">
            <a:extLst>
              <a:ext uri="{28A0092B-C50C-407E-A947-70E740481C1C}">
                <a14:useLocalDpi xmlns:a14="http://schemas.microsoft.com/office/drawing/2010/main" val="0"/>
              </a:ext>
            </a:extLst>
          </a:blip>
          <a:srcRect t="9267" b="24410"/>
          <a:stretch/>
        </p:blipFill>
        <p:spPr>
          <a:xfrm>
            <a:off x="6223001" y="764498"/>
            <a:ext cx="5495924" cy="5471410"/>
          </a:xfrm>
          <a:prstGeom prst="rect">
            <a:avLst/>
          </a:prstGeom>
        </p:spPr>
      </p:pic>
      <p:sp>
        <p:nvSpPr>
          <p:cNvPr id="3" name="Marcador de texto 2"/>
          <p:cNvSpPr>
            <a:spLocks noGrp="1"/>
          </p:cNvSpPr>
          <p:nvPr>
            <p:ph type="body" sz="quarter" idx="13"/>
          </p:nvPr>
        </p:nvSpPr>
        <p:spPr>
          <a:xfrm>
            <a:off x="838200" y="1687958"/>
            <a:ext cx="5257801" cy="2743200"/>
          </a:xfrm>
        </p:spPr>
        <p:txBody>
          <a:bodyPr>
            <a:noAutofit/>
          </a:bodyPr>
          <a:lstStyle>
            <a:lvl1pPr marL="0" indent="0" algn="ctr">
              <a:buFontTx/>
              <a:buNone/>
              <a:defRPr sz="3600">
                <a:latin typeface="Verdana" panose="020B0604030504040204" pitchFamily="34" charset="0"/>
                <a:ea typeface="Verdana" panose="020B0604030504040204" pitchFamily="34" charset="0"/>
              </a:defRPr>
            </a:lvl1pPr>
            <a:lvl2pPr marL="457200" indent="0" algn="ctr">
              <a:buFontTx/>
              <a:buNone/>
              <a:defRPr sz="3200">
                <a:latin typeface="Verdana" panose="020B0604030504040204" pitchFamily="34" charset="0"/>
                <a:ea typeface="Verdana" panose="020B0604030504040204" pitchFamily="34" charset="0"/>
              </a:defRPr>
            </a:lvl2pPr>
            <a:lvl3pPr marL="914400" indent="0" algn="ctr">
              <a:buFontTx/>
              <a:buNone/>
              <a:defRPr sz="2800">
                <a:latin typeface="Verdana" panose="020B0604030504040204" pitchFamily="34" charset="0"/>
                <a:ea typeface="Verdana" panose="020B0604030504040204" pitchFamily="34" charset="0"/>
              </a:defRPr>
            </a:lvl3pPr>
            <a:lvl4pPr marL="1371600" indent="0" algn="ctr">
              <a:buFontTx/>
              <a:buNone/>
              <a:defRPr sz="2400">
                <a:latin typeface="Verdana" panose="020B0604030504040204" pitchFamily="34" charset="0"/>
                <a:ea typeface="Verdana" panose="020B0604030504040204" pitchFamily="34" charset="0"/>
              </a:defRPr>
            </a:lvl4pPr>
            <a:lvl5pPr marL="1828800" indent="0" algn="ctr">
              <a:buFontTx/>
              <a:buNone/>
              <a:defRPr sz="2400">
                <a:latin typeface="Verdana" panose="020B0604030504040204" pitchFamily="34" charset="0"/>
                <a:ea typeface="Verdana" panose="020B0604030504040204" pitchFamily="34" charset="0"/>
              </a:defRPr>
            </a:lvl5p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7" name="Rectángulo 1"/>
          <p:cNvSpPr/>
          <p:nvPr userDrawn="1"/>
        </p:nvSpPr>
        <p:spPr>
          <a:xfrm>
            <a:off x="0" y="0"/>
            <a:ext cx="12192000" cy="6865945"/>
          </a:xfrm>
          <a:prstGeom prst="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77404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5EB3B922-7AB7-5745-BA65-F7802B887ADB}"/>
              </a:ext>
            </a:extLst>
          </p:cNvPr>
          <p:cNvSpPr txBox="1">
            <a:spLocks/>
          </p:cNvSpPr>
          <p:nvPr userDrawn="1"/>
        </p:nvSpPr>
        <p:spPr>
          <a:xfrm>
            <a:off x="838200" y="24884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solidFill>
                  <a:srgbClr val="363636"/>
                </a:solidFill>
                <a:latin typeface="Verdana"/>
                <a:cs typeface="Verdana"/>
              </a:rPr>
              <a:t>Capítulo</a:t>
            </a:r>
            <a:r>
              <a:rPr lang="es-MX" b="1" baseline="0" dirty="0">
                <a:solidFill>
                  <a:srgbClr val="363636"/>
                </a:solidFill>
                <a:latin typeface="Verdana"/>
                <a:cs typeface="Verdana"/>
              </a:rPr>
              <a:t> </a:t>
            </a:r>
            <a:r>
              <a:rPr lang="es-MX" b="0" baseline="0" dirty="0">
                <a:solidFill>
                  <a:srgbClr val="363636"/>
                </a:solidFill>
                <a:latin typeface="Verdana"/>
                <a:cs typeface="Verdana"/>
              </a:rPr>
              <a:t>No. 1</a:t>
            </a:r>
            <a:endParaRPr lang="es-MX" b="1" dirty="0">
              <a:solidFill>
                <a:srgbClr val="363636"/>
              </a:solidFill>
              <a:latin typeface="Verdana"/>
              <a:cs typeface="Verdana"/>
            </a:endParaRPr>
          </a:p>
        </p:txBody>
      </p:sp>
    </p:spTree>
    <p:extLst>
      <p:ext uri="{BB962C8B-B14F-4D97-AF65-F5344CB8AC3E}">
        <p14:creationId xmlns:p14="http://schemas.microsoft.com/office/powerpoint/2010/main" val="16441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5EB3B922-7AB7-5745-BA65-F7802B887ADB}"/>
              </a:ext>
            </a:extLst>
          </p:cNvPr>
          <p:cNvSpPr txBox="1">
            <a:spLocks/>
          </p:cNvSpPr>
          <p:nvPr userDrawn="1"/>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dirty="0">
                <a:solidFill>
                  <a:srgbClr val="363636"/>
                </a:solidFill>
                <a:latin typeface="Verdana"/>
                <a:cs typeface="Verdana"/>
              </a:rPr>
              <a:t>Titulares</a:t>
            </a:r>
          </a:p>
        </p:txBody>
      </p:sp>
      <p:sp>
        <p:nvSpPr>
          <p:cNvPr id="2" name="TextBox 1"/>
          <p:cNvSpPr txBox="1"/>
          <p:nvPr userDrawn="1"/>
        </p:nvSpPr>
        <p:spPr>
          <a:xfrm>
            <a:off x="990600" y="1858963"/>
            <a:ext cx="5105400" cy="369332"/>
          </a:xfrm>
          <a:prstGeom prst="rect">
            <a:avLst/>
          </a:prstGeom>
          <a:noFill/>
        </p:spPr>
        <p:txBody>
          <a:bodyPr wrap="square" rtlCol="0">
            <a:spAutoFit/>
          </a:bodyPr>
          <a:lstStyle/>
          <a:p>
            <a:r>
              <a:rPr lang="en-US" dirty="0"/>
              <a:t>XXXXX</a:t>
            </a:r>
          </a:p>
        </p:txBody>
      </p:sp>
    </p:spTree>
    <p:extLst>
      <p:ext uri="{BB962C8B-B14F-4D97-AF65-F5344CB8AC3E}">
        <p14:creationId xmlns:p14="http://schemas.microsoft.com/office/powerpoint/2010/main" val="2981808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10" name="Rectángulo 4"/>
          <p:cNvSpPr/>
          <p:nvPr userDrawn="1"/>
        </p:nvSpPr>
        <p:spPr>
          <a:xfrm>
            <a:off x="0" y="0"/>
            <a:ext cx="12192000" cy="6865945"/>
          </a:xfrm>
          <a:prstGeom prst="rect">
            <a:avLst/>
          </a:prstGeom>
          <a:solidFill>
            <a:srgbClr val="3636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dirty="0"/>
          </a:p>
        </p:txBody>
      </p:sp>
      <p:pic>
        <p:nvPicPr>
          <p:cNvPr id="11" name="Picture 10" descr="UDEM.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619625" y="2041768"/>
            <a:ext cx="2905126" cy="2506418"/>
          </a:xfrm>
          <a:prstGeom prst="rect">
            <a:avLst/>
          </a:prstGeom>
        </p:spPr>
      </p:pic>
      <p:sp>
        <p:nvSpPr>
          <p:cNvPr id="12" name="CuadroTexto 7">
            <a:extLst>
              <a:ext uri="{FF2B5EF4-FFF2-40B4-BE49-F238E27FC236}">
                <a16:creationId xmlns:a16="http://schemas.microsoft.com/office/drawing/2014/main" id="{88B5A606-713B-9D4A-96B1-9D5B42AB5318}"/>
              </a:ext>
            </a:extLst>
          </p:cNvPr>
          <p:cNvSpPr txBox="1"/>
          <p:nvPr userDrawn="1"/>
        </p:nvSpPr>
        <p:spPr>
          <a:xfrm>
            <a:off x="5000289" y="5423718"/>
            <a:ext cx="2149096" cy="400110"/>
          </a:xfrm>
          <a:prstGeom prst="rect">
            <a:avLst/>
          </a:prstGeom>
          <a:noFill/>
        </p:spPr>
        <p:txBody>
          <a:bodyPr wrap="none" rtlCol="0">
            <a:spAutoFit/>
          </a:bodyPr>
          <a:lstStyle/>
          <a:p>
            <a:r>
              <a:rPr lang="es-MX" sz="2000" b="1" dirty="0">
                <a:solidFill>
                  <a:srgbClr val="F5F1E8"/>
                </a:solidFill>
                <a:latin typeface="Verdana"/>
                <a:cs typeface="Verdana"/>
              </a:rPr>
              <a:t>udem.edu.mx</a:t>
            </a:r>
          </a:p>
        </p:txBody>
      </p:sp>
    </p:spTree>
    <p:extLst>
      <p:ext uri="{BB962C8B-B14F-4D97-AF65-F5344CB8AC3E}">
        <p14:creationId xmlns:p14="http://schemas.microsoft.com/office/powerpoint/2010/main" val="3988320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24A39-B76D-1941-B212-22BF79F0823A}"/>
              </a:ext>
            </a:extLst>
          </p:cNvPr>
          <p:cNvSpPr>
            <a:spLocks noGrp="1"/>
          </p:cNvSpPr>
          <p:nvPr>
            <p:ph type="title"/>
          </p:nvPr>
        </p:nvSpPr>
        <p:spPr/>
        <p:txBody>
          <a:bodyPr/>
          <a:lstStyle/>
          <a:p>
            <a:r>
              <a:rPr lang="es-MX"/>
              <a:t>Haz clic para modificar el estilo de título del patrón</a:t>
            </a:r>
          </a:p>
        </p:txBody>
      </p:sp>
      <p:sp>
        <p:nvSpPr>
          <p:cNvPr id="4" name="Marcador de pie de página 3">
            <a:extLst>
              <a:ext uri="{FF2B5EF4-FFF2-40B4-BE49-F238E27FC236}">
                <a16:creationId xmlns:a16="http://schemas.microsoft.com/office/drawing/2014/main" id="{A0837359-156A-5441-B1CD-509DC4A1C93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D2F36AD-DDC1-044B-A739-2F4BC50D1627}"/>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865589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1371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F145AA-F2FD-ED44-9443-2B5DEB25D95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A25B942C-AD4C-FB4F-8556-0AC2CC97BC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7E1030CA-32CD-0546-A5B4-1DF24DAB80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6" name="Marcador de pie de página 5">
            <a:extLst>
              <a:ext uri="{FF2B5EF4-FFF2-40B4-BE49-F238E27FC236}">
                <a16:creationId xmlns:a16="http://schemas.microsoft.com/office/drawing/2014/main" id="{9F0C099B-D99E-5841-B866-F1664D8A997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A48C64B-093C-1144-AA66-97AE53A7B834}"/>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2003920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04AF13-E305-CA4D-B1D9-646119332BB5}"/>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B19D9D00-CF0E-0E4D-A88E-643AB22AAD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81ABC3F4-07D4-934E-9509-DF410DD60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6" name="Marcador de pie de página 5">
            <a:extLst>
              <a:ext uri="{FF2B5EF4-FFF2-40B4-BE49-F238E27FC236}">
                <a16:creationId xmlns:a16="http://schemas.microsoft.com/office/drawing/2014/main" id="{2EB8C53A-93CC-B34A-9FE9-A89945897BC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0C01EB-6C5F-7F4F-9A3A-BE5813B5C5F3}"/>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1856007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EABDEA-A126-0643-837C-F268ABCC4A84}"/>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A08A7756-6623-FA45-98DE-3A21F2A15D43}"/>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725899DA-FBEB-5F44-944D-18C4FA45570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C3E0C3A-1175-2E46-9EFA-72FD28333FCF}"/>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245079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C817306-A0FA-B349-B9D9-BCAFAED7B8B7}"/>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3E4227AA-3AFB-9E40-928F-68B154E18F18}"/>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A4C67C78-0611-C645-836A-40E9AAC7932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3FEACF0-BF48-5444-8C72-1BA62F2EE07A}"/>
              </a:ext>
            </a:extLst>
          </p:cNvPr>
          <p:cNvSpPr>
            <a:spLocks noGrp="1"/>
          </p:cNvSpPr>
          <p:nvPr>
            <p:ph type="sldNum" sz="quarter" idx="12"/>
          </p:nvPr>
        </p:nvSpPr>
        <p:spPr/>
        <p:txBody>
          <a:bodyPr/>
          <a:lstStyle/>
          <a:p>
            <a:fld id="{2D65D1F1-27F4-134E-B4D6-D52A6905F80A}" type="slidenum">
              <a:rPr lang="es-MX" smtClean="0"/>
              <a:t>‹Nº›</a:t>
            </a:fld>
            <a:endParaRPr lang="es-MX"/>
          </a:p>
        </p:txBody>
      </p:sp>
    </p:spTree>
    <p:extLst>
      <p:ext uri="{BB962C8B-B14F-4D97-AF65-F5344CB8AC3E}">
        <p14:creationId xmlns:p14="http://schemas.microsoft.com/office/powerpoint/2010/main" val="34892877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arkBackground">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43B2BE8A-C619-48C4-A966-09BD439D0751}"/>
              </a:ext>
            </a:extLst>
          </p:cNvPr>
          <p:cNvSpPr>
            <a:spLocks noGrp="1" noChangeAspect="1"/>
          </p:cNvSpPr>
          <p:nvPr>
            <p:ph type="pic" sz="quarter" idx="13"/>
          </p:nvPr>
        </p:nvSpPr>
        <p:spPr>
          <a:xfrm>
            <a:off x="263594" y="303603"/>
            <a:ext cx="1654606" cy="715374"/>
          </a:xfrm>
          <a:effectLst/>
        </p:spPr>
        <p:txBody>
          <a:bodyPr>
            <a:normAutofit/>
          </a:bodyPr>
          <a:lstStyle>
            <a:lvl1pPr marL="0" indent="0">
              <a:buNone/>
              <a:defRPr sz="21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074718528"/>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Full Image">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latin typeface="Roboto Light" charset="0"/>
            </a:endParaRPr>
          </a:p>
        </p:txBody>
      </p:sp>
      <p:sp>
        <p:nvSpPr>
          <p:cNvPr id="4" name="Picture Placeholder 13"/>
          <p:cNvSpPr>
            <a:spLocks noGrp="1"/>
          </p:cNvSpPr>
          <p:nvPr>
            <p:ph type="pic" sz="quarter" idx="13"/>
          </p:nvPr>
        </p:nvSpPr>
        <p:spPr>
          <a:xfrm>
            <a:off x="0" y="0"/>
            <a:ext cx="12214865" cy="6858000"/>
          </a:xfrm>
          <a:effectLst/>
        </p:spPr>
        <p:txBody>
          <a:bodyPr>
            <a:normAutofit/>
          </a:bodyPr>
          <a:lstStyle>
            <a:lvl1pPr marL="0" indent="0">
              <a:buNone/>
              <a:defRPr sz="21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396738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2_Diapositiva de título">
  <p:cSld name="12_Diapositiva de título">
    <p:spTree>
      <p:nvGrpSpPr>
        <p:cNvPr id="1" name="Shape 52"/>
        <p:cNvGrpSpPr/>
        <p:nvPr/>
      </p:nvGrpSpPr>
      <p:grpSpPr>
        <a:xfrm>
          <a:off x="0" y="0"/>
          <a:ext cx="0" cy="0"/>
          <a:chOff x="0" y="0"/>
          <a:chExt cx="0" cy="0"/>
        </a:xfrm>
      </p:grpSpPr>
      <p:sp>
        <p:nvSpPr>
          <p:cNvPr id="53" name="Google Shape;53;p95"/>
          <p:cNvSpPr txBox="1">
            <a:spLocks noGrp="1"/>
          </p:cNvSpPr>
          <p:nvPr>
            <p:ph type="ctrTitle"/>
          </p:nvPr>
        </p:nvSpPr>
        <p:spPr>
          <a:xfrm>
            <a:off x="4471331" y="959155"/>
            <a:ext cx="7040280"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95"/>
          <p:cNvSpPr txBox="1">
            <a:spLocks noGrp="1"/>
          </p:cNvSpPr>
          <p:nvPr>
            <p:ph type="subTitle" idx="1"/>
          </p:nvPr>
        </p:nvSpPr>
        <p:spPr>
          <a:xfrm>
            <a:off x="4471331" y="1937924"/>
            <a:ext cx="7040280"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5" name="Google Shape;55;p95"/>
          <p:cNvSpPr>
            <a:spLocks noGrp="1"/>
          </p:cNvSpPr>
          <p:nvPr>
            <p:ph type="pic" idx="2"/>
          </p:nvPr>
        </p:nvSpPr>
        <p:spPr>
          <a:xfrm>
            <a:off x="2" y="0"/>
            <a:ext cx="4063998" cy="6858000"/>
          </a:xfrm>
          <a:prstGeom prst="rect">
            <a:avLst/>
          </a:prstGeom>
          <a:solidFill>
            <a:srgbClr val="F2F2F2"/>
          </a:solidFill>
          <a:ln>
            <a:noFill/>
          </a:ln>
        </p:spPr>
      </p:sp>
    </p:spTree>
    <p:extLst>
      <p:ext uri="{BB962C8B-B14F-4D97-AF65-F5344CB8AC3E}">
        <p14:creationId xmlns:p14="http://schemas.microsoft.com/office/powerpoint/2010/main" val="550196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690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Diapositiva de título" type="title">
  <p:cSld name="1_Diapositiva de título">
    <p:bg>
      <p:bgPr>
        <a:blipFill>
          <a:blip r:embed="rId2">
            <a:alphaModFix/>
          </a:blip>
          <a:stretch>
            <a:fillRect/>
          </a:stretch>
        </a:blipFill>
        <a:effectLst/>
      </p:bgPr>
    </p:bg>
    <p:spTree>
      <p:nvGrpSpPr>
        <p:cNvPr id="1" name="Shape 14"/>
        <p:cNvGrpSpPr/>
        <p:nvPr/>
      </p:nvGrpSpPr>
      <p:grpSpPr>
        <a:xfrm>
          <a:off x="0" y="0"/>
          <a:ext cx="0" cy="0"/>
          <a:chOff x="0" y="0"/>
          <a:chExt cx="0" cy="0"/>
        </a:xfrm>
      </p:grpSpPr>
      <p:sp>
        <p:nvSpPr>
          <p:cNvPr id="15" name="Google Shape;15;p85"/>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85"/>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7664486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Dos objetos">
  <p:cSld name="1_Dos objetos">
    <p:spTree>
      <p:nvGrpSpPr>
        <p:cNvPr id="1" name="Shape 17"/>
        <p:cNvGrpSpPr/>
        <p:nvPr/>
      </p:nvGrpSpPr>
      <p:grpSpPr>
        <a:xfrm>
          <a:off x="0" y="0"/>
          <a:ext cx="0" cy="0"/>
          <a:chOff x="0" y="0"/>
          <a:chExt cx="0" cy="0"/>
        </a:xfrm>
      </p:grpSpPr>
      <p:sp>
        <p:nvSpPr>
          <p:cNvPr id="18" name="Google Shape;18;p86"/>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6"/>
          <p:cNvSpPr txBox="1">
            <a:spLocks noGrp="1"/>
          </p:cNvSpPr>
          <p:nvPr>
            <p:ph type="body" idx="1"/>
          </p:nvPr>
        </p:nvSpPr>
        <p:spPr>
          <a:xfrm>
            <a:off x="609601"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0" name="Google Shape;20;p86"/>
          <p:cNvSpPr txBox="1">
            <a:spLocks noGrp="1"/>
          </p:cNvSpPr>
          <p:nvPr>
            <p:ph type="body" idx="2"/>
          </p:nvPr>
        </p:nvSpPr>
        <p:spPr>
          <a:xfrm>
            <a:off x="4319465"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21" name="Google Shape;21;p86"/>
          <p:cNvSpPr txBox="1">
            <a:spLocks noGrp="1"/>
          </p:cNvSpPr>
          <p:nvPr>
            <p:ph type="body" idx="3"/>
          </p:nvPr>
        </p:nvSpPr>
        <p:spPr>
          <a:xfrm>
            <a:off x="8038337" y="1926975"/>
            <a:ext cx="356643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739592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ítulo y objetos" type="obj">
  <p:cSld name="1_Título y objetos">
    <p:spTree>
      <p:nvGrpSpPr>
        <p:cNvPr id="1" name="Shape 22"/>
        <p:cNvGrpSpPr/>
        <p:nvPr/>
      </p:nvGrpSpPr>
      <p:grpSpPr>
        <a:xfrm>
          <a:off x="0" y="0"/>
          <a:ext cx="0" cy="0"/>
          <a:chOff x="0" y="0"/>
          <a:chExt cx="0" cy="0"/>
        </a:xfrm>
      </p:grpSpPr>
      <p:sp>
        <p:nvSpPr>
          <p:cNvPr id="23" name="Google Shape;23;p8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87"/>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8679187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88"/>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88"/>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37771792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89"/>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89"/>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dirty="0"/>
          </a:p>
        </p:txBody>
      </p:sp>
    </p:spTree>
    <p:extLst>
      <p:ext uri="{BB962C8B-B14F-4D97-AF65-F5344CB8AC3E}">
        <p14:creationId xmlns:p14="http://schemas.microsoft.com/office/powerpoint/2010/main" val="18267974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_Diapositiva de título">
  <p:cSld name="4_Diapositiva de título">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0"/>
          <p:cNvSpPr txBox="1">
            <a:spLocks noGrp="1"/>
          </p:cNvSpPr>
          <p:nvPr>
            <p:ph type="ctrTitle"/>
          </p:nvPr>
        </p:nvSpPr>
        <p:spPr>
          <a:xfrm>
            <a:off x="6693935"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90"/>
          <p:cNvSpPr txBox="1">
            <a:spLocks noGrp="1"/>
          </p:cNvSpPr>
          <p:nvPr>
            <p:ph type="subTitle" idx="1"/>
          </p:nvPr>
        </p:nvSpPr>
        <p:spPr>
          <a:xfrm>
            <a:off x="669393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34" name="Google Shape;34;p90"/>
          <p:cNvSpPr txBox="1"/>
          <p:nvPr/>
        </p:nvSpPr>
        <p:spPr>
          <a:xfrm>
            <a:off x="1" y="6642342"/>
            <a:ext cx="2814316" cy="200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700" b="0" i="0" u="none" strike="noStrike" cap="none">
                <a:solidFill>
                  <a:srgbClr val="A5A5A5"/>
                </a:solidFill>
                <a:latin typeface="Arial"/>
                <a:ea typeface="Arial"/>
                <a:cs typeface="Arial"/>
                <a:sym typeface="Arial"/>
              </a:rPr>
              <a:t>© DERECHOS RESERVADOS UNIVERSIDAD DE MONTERREY</a:t>
            </a:r>
            <a:endParaRPr sz="1800"/>
          </a:p>
        </p:txBody>
      </p:sp>
      <p:sp>
        <p:nvSpPr>
          <p:cNvPr id="35" name="Google Shape;35;p90"/>
          <p:cNvSpPr>
            <a:spLocks noGrp="1"/>
          </p:cNvSpPr>
          <p:nvPr>
            <p:ph type="pic" idx="2"/>
          </p:nvPr>
        </p:nvSpPr>
        <p:spPr>
          <a:xfrm>
            <a:off x="0" y="0"/>
            <a:ext cx="6107432" cy="6858000"/>
          </a:xfrm>
          <a:prstGeom prst="rect">
            <a:avLst/>
          </a:prstGeom>
          <a:solidFill>
            <a:srgbClr val="262626"/>
          </a:solidFill>
          <a:ln>
            <a:noFill/>
          </a:ln>
        </p:spPr>
      </p:sp>
    </p:spTree>
    <p:extLst>
      <p:ext uri="{BB962C8B-B14F-4D97-AF65-F5344CB8AC3E}">
        <p14:creationId xmlns:p14="http://schemas.microsoft.com/office/powerpoint/2010/main" val="20707150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5_Diapositiva de título">
  <p:cSld name="5_Diapositiva de título">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91"/>
          <p:cNvSpPr txBox="1">
            <a:spLocks noGrp="1"/>
          </p:cNvSpPr>
          <p:nvPr>
            <p:ph type="ctrTitle"/>
          </p:nvPr>
        </p:nvSpPr>
        <p:spPr>
          <a:xfrm>
            <a:off x="6693935"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91"/>
          <p:cNvSpPr txBox="1">
            <a:spLocks noGrp="1"/>
          </p:cNvSpPr>
          <p:nvPr>
            <p:ph type="subTitle" idx="1"/>
          </p:nvPr>
        </p:nvSpPr>
        <p:spPr>
          <a:xfrm>
            <a:off x="669393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39" name="Google Shape;39;p91"/>
          <p:cNvSpPr>
            <a:spLocks noGrp="1"/>
          </p:cNvSpPr>
          <p:nvPr>
            <p:ph type="pic" idx="2"/>
          </p:nvPr>
        </p:nvSpPr>
        <p:spPr>
          <a:xfrm>
            <a:off x="0" y="0"/>
            <a:ext cx="6117595" cy="6858000"/>
          </a:xfrm>
          <a:prstGeom prst="rect">
            <a:avLst/>
          </a:prstGeom>
          <a:solidFill>
            <a:srgbClr val="FFF524"/>
          </a:solidFill>
          <a:ln>
            <a:noFill/>
          </a:ln>
        </p:spPr>
      </p:sp>
    </p:spTree>
    <p:extLst>
      <p:ext uri="{BB962C8B-B14F-4D97-AF65-F5344CB8AC3E}">
        <p14:creationId xmlns:p14="http://schemas.microsoft.com/office/powerpoint/2010/main" val="25404962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4_Diapositiva de título">
  <p:cSld name="14_Diapositiva de título">
    <p:spTree>
      <p:nvGrpSpPr>
        <p:cNvPr id="1" name="Shape 44"/>
        <p:cNvGrpSpPr/>
        <p:nvPr/>
      </p:nvGrpSpPr>
      <p:grpSpPr>
        <a:xfrm>
          <a:off x="0" y="0"/>
          <a:ext cx="0" cy="0"/>
          <a:chOff x="0" y="0"/>
          <a:chExt cx="0" cy="0"/>
        </a:xfrm>
      </p:grpSpPr>
      <p:sp>
        <p:nvSpPr>
          <p:cNvPr id="45" name="Google Shape;45;p93"/>
          <p:cNvSpPr txBox="1">
            <a:spLocks noGrp="1"/>
          </p:cNvSpPr>
          <p:nvPr>
            <p:ph type="ctrTitle"/>
          </p:nvPr>
        </p:nvSpPr>
        <p:spPr>
          <a:xfrm>
            <a:off x="6385949" y="959155"/>
            <a:ext cx="5125662"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93"/>
          <p:cNvSpPr txBox="1">
            <a:spLocks noGrp="1"/>
          </p:cNvSpPr>
          <p:nvPr>
            <p:ph type="subTitle" idx="1"/>
          </p:nvPr>
        </p:nvSpPr>
        <p:spPr>
          <a:xfrm>
            <a:off x="6385949" y="1937924"/>
            <a:ext cx="5125662"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47" name="Google Shape;47;p93"/>
          <p:cNvSpPr>
            <a:spLocks noGrp="1"/>
          </p:cNvSpPr>
          <p:nvPr>
            <p:ph type="pic" idx="2"/>
          </p:nvPr>
        </p:nvSpPr>
        <p:spPr>
          <a:xfrm>
            <a:off x="0" y="0"/>
            <a:ext cx="6096001" cy="6858000"/>
          </a:xfrm>
          <a:prstGeom prst="rect">
            <a:avLst/>
          </a:prstGeom>
          <a:solidFill>
            <a:srgbClr val="F2F2F2"/>
          </a:solidFill>
          <a:ln>
            <a:noFill/>
          </a:ln>
        </p:spPr>
      </p:sp>
    </p:spTree>
    <p:extLst>
      <p:ext uri="{BB962C8B-B14F-4D97-AF65-F5344CB8AC3E}">
        <p14:creationId xmlns:p14="http://schemas.microsoft.com/office/powerpoint/2010/main" val="3599799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_Diapositiva de título">
  <p:cSld name="9_Diapositiva de título">
    <p:bg>
      <p:bgPr>
        <a:blipFill>
          <a:blip r:embed="rId2">
            <a:alphaModFix/>
          </a:blip>
          <a:stretch>
            <a:fillRect/>
          </a:stretch>
        </a:blipFill>
        <a:effectLst/>
      </p:bgPr>
    </p:bg>
    <p:spTree>
      <p:nvGrpSpPr>
        <p:cNvPr id="1" name="Shape 48"/>
        <p:cNvGrpSpPr/>
        <p:nvPr/>
      </p:nvGrpSpPr>
      <p:grpSpPr>
        <a:xfrm>
          <a:off x="0" y="0"/>
          <a:ext cx="0" cy="0"/>
          <a:chOff x="0" y="0"/>
          <a:chExt cx="0" cy="0"/>
        </a:xfrm>
      </p:grpSpPr>
      <p:sp>
        <p:nvSpPr>
          <p:cNvPr id="49" name="Google Shape;49;p94"/>
          <p:cNvSpPr txBox="1">
            <a:spLocks noGrp="1"/>
          </p:cNvSpPr>
          <p:nvPr>
            <p:ph type="ctrTitle"/>
          </p:nvPr>
        </p:nvSpPr>
        <p:spPr>
          <a:xfrm>
            <a:off x="556024"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94"/>
          <p:cNvSpPr txBox="1">
            <a:spLocks noGrp="1"/>
          </p:cNvSpPr>
          <p:nvPr>
            <p:ph type="subTitle" idx="1"/>
          </p:nvPr>
        </p:nvSpPr>
        <p:spPr>
          <a:xfrm>
            <a:off x="556022"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51" name="Google Shape;51;p94"/>
          <p:cNvSpPr>
            <a:spLocks noGrp="1"/>
          </p:cNvSpPr>
          <p:nvPr>
            <p:ph type="pic" idx="2"/>
          </p:nvPr>
        </p:nvSpPr>
        <p:spPr>
          <a:xfrm>
            <a:off x="6087109" y="0"/>
            <a:ext cx="6104892" cy="6858000"/>
          </a:xfrm>
          <a:prstGeom prst="rect">
            <a:avLst/>
          </a:prstGeom>
          <a:solidFill>
            <a:srgbClr val="F2F2F2"/>
          </a:solidFill>
          <a:ln>
            <a:noFill/>
          </a:ln>
        </p:spPr>
      </p:sp>
    </p:spTree>
    <p:extLst>
      <p:ext uri="{BB962C8B-B14F-4D97-AF65-F5344CB8AC3E}">
        <p14:creationId xmlns:p14="http://schemas.microsoft.com/office/powerpoint/2010/main" val="3723797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Dos objetos" type="twoObj">
  <p:cSld name="Dos objetos">
    <p:spTree>
      <p:nvGrpSpPr>
        <p:cNvPr id="1" name="Shape 56"/>
        <p:cNvGrpSpPr/>
        <p:nvPr/>
      </p:nvGrpSpPr>
      <p:grpSpPr>
        <a:xfrm>
          <a:off x="0" y="0"/>
          <a:ext cx="0" cy="0"/>
          <a:chOff x="0" y="0"/>
          <a:chExt cx="0" cy="0"/>
        </a:xfrm>
      </p:grpSpPr>
      <p:sp>
        <p:nvSpPr>
          <p:cNvPr id="57" name="Google Shape;57;p96"/>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96"/>
          <p:cNvSpPr txBox="1">
            <a:spLocks noGrp="1"/>
          </p:cNvSpPr>
          <p:nvPr>
            <p:ph type="body" idx="1"/>
          </p:nvPr>
        </p:nvSpPr>
        <p:spPr>
          <a:xfrm>
            <a:off x="609600" y="1926975"/>
            <a:ext cx="5384800" cy="4199191"/>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59" name="Google Shape;59;p96"/>
          <p:cNvSpPr txBox="1">
            <a:spLocks noGrp="1"/>
          </p:cNvSpPr>
          <p:nvPr>
            <p:ph type="body" idx="2"/>
          </p:nvPr>
        </p:nvSpPr>
        <p:spPr>
          <a:xfrm>
            <a:off x="6197600" y="1926975"/>
            <a:ext cx="5384800" cy="4199191"/>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15975422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ación" type="twoTxTwoObj">
  <p:cSld name="Comparación">
    <p:spTree>
      <p:nvGrpSpPr>
        <p:cNvPr id="1" name="Shape 60"/>
        <p:cNvGrpSpPr/>
        <p:nvPr/>
      </p:nvGrpSpPr>
      <p:grpSpPr>
        <a:xfrm>
          <a:off x="0" y="0"/>
          <a:ext cx="0" cy="0"/>
          <a:chOff x="0" y="0"/>
          <a:chExt cx="0" cy="0"/>
        </a:xfrm>
      </p:grpSpPr>
      <p:sp>
        <p:nvSpPr>
          <p:cNvPr id="61" name="Google Shape;61;p9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97"/>
          <p:cNvSpPr txBox="1">
            <a:spLocks noGrp="1"/>
          </p:cNvSpPr>
          <p:nvPr>
            <p:ph type="body" idx="1"/>
          </p:nvPr>
        </p:nvSpPr>
        <p:spPr>
          <a:xfrm>
            <a:off x="609600" y="1887842"/>
            <a:ext cx="5386917" cy="639763"/>
          </a:xfrm>
          <a:prstGeom prst="rect">
            <a:avLst/>
          </a:prstGeom>
          <a:noFill/>
          <a:ln>
            <a:noFill/>
          </a:ln>
        </p:spPr>
        <p:txBody>
          <a:bodyPr spcFirstLastPara="1" wrap="square" lIns="121875" tIns="60925" rIns="121875" bIns="60925" anchor="b" anchorCtr="0">
            <a:noAutofit/>
          </a:bodyPr>
          <a:lstStyle>
            <a:lvl1pPr marL="457200" lvl="0" indent="-228600" algn="l">
              <a:spcBef>
                <a:spcPts val="480"/>
              </a:spcBef>
              <a:spcAft>
                <a:spcPts val="0"/>
              </a:spcAft>
              <a:buSzPts val="2400"/>
              <a:buNone/>
              <a:defRPr sz="2400" b="1">
                <a:solidFill>
                  <a:srgbClr val="3F3F3F"/>
                </a:solidFill>
              </a:defRPr>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63" name="Google Shape;63;p97"/>
          <p:cNvSpPr txBox="1">
            <a:spLocks noGrp="1"/>
          </p:cNvSpPr>
          <p:nvPr>
            <p:ph type="body" idx="2"/>
          </p:nvPr>
        </p:nvSpPr>
        <p:spPr>
          <a:xfrm>
            <a:off x="609600" y="2638641"/>
            <a:ext cx="5386917" cy="348752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64" name="Google Shape;64;p97"/>
          <p:cNvSpPr txBox="1">
            <a:spLocks noGrp="1"/>
          </p:cNvSpPr>
          <p:nvPr>
            <p:ph type="body" idx="3"/>
          </p:nvPr>
        </p:nvSpPr>
        <p:spPr>
          <a:xfrm>
            <a:off x="6193370" y="1887842"/>
            <a:ext cx="5389033" cy="639763"/>
          </a:xfrm>
          <a:prstGeom prst="rect">
            <a:avLst/>
          </a:prstGeom>
          <a:noFill/>
          <a:ln>
            <a:noFill/>
          </a:ln>
        </p:spPr>
        <p:txBody>
          <a:bodyPr spcFirstLastPara="1" wrap="square" lIns="121875" tIns="60925" rIns="121875" bIns="60925" anchor="b" anchorCtr="0">
            <a:noAutofit/>
          </a:bodyPr>
          <a:lstStyle>
            <a:lvl1pPr marL="457200" lvl="0" indent="-228600" algn="l">
              <a:spcBef>
                <a:spcPts val="480"/>
              </a:spcBef>
              <a:spcAft>
                <a:spcPts val="0"/>
              </a:spcAft>
              <a:buSzPts val="2400"/>
              <a:buNone/>
              <a:defRPr sz="2400" b="1">
                <a:solidFill>
                  <a:srgbClr val="3F3F3F"/>
                </a:solidFill>
              </a:defRPr>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65" name="Google Shape;65;p97"/>
          <p:cNvSpPr txBox="1">
            <a:spLocks noGrp="1"/>
          </p:cNvSpPr>
          <p:nvPr>
            <p:ph type="body" idx="4"/>
          </p:nvPr>
        </p:nvSpPr>
        <p:spPr>
          <a:xfrm>
            <a:off x="6193370" y="2638641"/>
            <a:ext cx="5389033" cy="348752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Tree>
    <p:extLst>
      <p:ext uri="{BB962C8B-B14F-4D97-AF65-F5344CB8AC3E}">
        <p14:creationId xmlns:p14="http://schemas.microsoft.com/office/powerpoint/2010/main" val="382951669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_Dos objetos">
  <p:cSld name="2_Dos objetos">
    <p:spTree>
      <p:nvGrpSpPr>
        <p:cNvPr id="1" name="Shape 66"/>
        <p:cNvGrpSpPr/>
        <p:nvPr/>
      </p:nvGrpSpPr>
      <p:grpSpPr>
        <a:xfrm>
          <a:off x="0" y="0"/>
          <a:ext cx="0" cy="0"/>
          <a:chOff x="0" y="0"/>
          <a:chExt cx="0" cy="0"/>
        </a:xfrm>
      </p:grpSpPr>
      <p:sp>
        <p:nvSpPr>
          <p:cNvPr id="67" name="Google Shape;67;p98"/>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8"/>
          <p:cNvSpPr txBox="1">
            <a:spLocks noGrp="1"/>
          </p:cNvSpPr>
          <p:nvPr>
            <p:ph type="body" idx="1"/>
          </p:nvPr>
        </p:nvSpPr>
        <p:spPr>
          <a:xfrm>
            <a:off x="609600" y="1926975"/>
            <a:ext cx="2583968"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69" name="Google Shape;69;p98"/>
          <p:cNvSpPr txBox="1">
            <a:spLocks noGrp="1"/>
          </p:cNvSpPr>
          <p:nvPr>
            <p:ph type="body" idx="2"/>
          </p:nvPr>
        </p:nvSpPr>
        <p:spPr>
          <a:xfrm>
            <a:off x="3405879" y="1926975"/>
            <a:ext cx="2583968"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70" name="Google Shape;70;p98"/>
          <p:cNvSpPr txBox="1">
            <a:spLocks noGrp="1"/>
          </p:cNvSpPr>
          <p:nvPr>
            <p:ph type="body" idx="3"/>
          </p:nvPr>
        </p:nvSpPr>
        <p:spPr>
          <a:xfrm>
            <a:off x="6212420" y="1926975"/>
            <a:ext cx="257370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71" name="Google Shape;71;p98"/>
          <p:cNvSpPr txBox="1">
            <a:spLocks noGrp="1"/>
          </p:cNvSpPr>
          <p:nvPr>
            <p:ph type="body" idx="4"/>
          </p:nvPr>
        </p:nvSpPr>
        <p:spPr>
          <a:xfrm>
            <a:off x="9014759" y="1926975"/>
            <a:ext cx="2573704" cy="4199191"/>
          </a:xfrm>
          <a:prstGeom prst="rect">
            <a:avLst/>
          </a:prstGeom>
          <a:noFill/>
          <a:ln>
            <a:noFill/>
          </a:ln>
        </p:spPr>
        <p:txBody>
          <a:bodyPr spcFirstLastPara="1" wrap="square" lIns="121875" tIns="60925" rIns="121875" bIns="60925" anchor="t" anchorCtr="0">
            <a:normAutofit/>
          </a:bodyPr>
          <a:lstStyle>
            <a:lvl1pPr marL="457200" lvl="0" indent="-349250" algn="l">
              <a:spcBef>
                <a:spcPts val="380"/>
              </a:spcBef>
              <a:spcAft>
                <a:spcPts val="0"/>
              </a:spcAft>
              <a:buSzPts val="1900"/>
              <a:buChar char="•"/>
              <a:defRPr sz="1900"/>
            </a:lvl1pPr>
            <a:lvl2pPr marL="914400" lvl="1" indent="-349250" algn="l">
              <a:spcBef>
                <a:spcPts val="380"/>
              </a:spcBef>
              <a:spcAft>
                <a:spcPts val="0"/>
              </a:spcAft>
              <a:buClr>
                <a:schemeClr val="dk1"/>
              </a:buClr>
              <a:buSzPts val="1900"/>
              <a:buChar char="–"/>
              <a:defRPr sz="1900"/>
            </a:lvl2pPr>
            <a:lvl3pPr marL="1371600" lvl="2" indent="-349250" algn="l">
              <a:spcBef>
                <a:spcPts val="380"/>
              </a:spcBef>
              <a:spcAft>
                <a:spcPts val="0"/>
              </a:spcAft>
              <a:buSzPts val="1900"/>
              <a:buChar char="•"/>
              <a:defRPr sz="19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Tree>
    <p:extLst>
      <p:ext uri="{BB962C8B-B14F-4D97-AF65-F5344CB8AC3E}">
        <p14:creationId xmlns:p14="http://schemas.microsoft.com/office/powerpoint/2010/main" val="211941813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ólo el título" type="titleOnly">
  <p:cSld name="Sólo el título">
    <p:spTree>
      <p:nvGrpSpPr>
        <p:cNvPr id="1" name="Shape 72"/>
        <p:cNvGrpSpPr/>
        <p:nvPr/>
      </p:nvGrpSpPr>
      <p:grpSpPr>
        <a:xfrm>
          <a:off x="0" y="0"/>
          <a:ext cx="0" cy="0"/>
          <a:chOff x="0" y="0"/>
          <a:chExt cx="0" cy="0"/>
        </a:xfrm>
      </p:grpSpPr>
      <p:sp>
        <p:nvSpPr>
          <p:cNvPr id="73" name="Google Shape;73;p99"/>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1151615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Sólo el título">
  <p:cSld name="1_Sólo el título">
    <p:spTree>
      <p:nvGrpSpPr>
        <p:cNvPr id="1" name="Shape 74"/>
        <p:cNvGrpSpPr/>
        <p:nvPr/>
      </p:nvGrpSpPr>
      <p:grpSpPr>
        <a:xfrm>
          <a:off x="0" y="0"/>
          <a:ext cx="0" cy="0"/>
          <a:chOff x="0" y="0"/>
          <a:chExt cx="0" cy="0"/>
        </a:xfrm>
      </p:grpSpPr>
      <p:sp>
        <p:nvSpPr>
          <p:cNvPr id="75" name="Google Shape;75;p100"/>
          <p:cNvSpPr/>
          <p:nvPr/>
        </p:nvSpPr>
        <p:spPr>
          <a:xfrm>
            <a:off x="-1" y="644205"/>
            <a:ext cx="12192001" cy="5990276"/>
          </a:xfrm>
          <a:prstGeom prst="rect">
            <a:avLst/>
          </a:prstGeom>
          <a:solidFill>
            <a:srgbClr val="EDEDE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rgbClr val="FFFFFF"/>
              </a:solidFill>
              <a:latin typeface="Arial"/>
              <a:ea typeface="Arial"/>
              <a:cs typeface="Arial"/>
              <a:sym typeface="Arial"/>
            </a:endParaRPr>
          </a:p>
        </p:txBody>
      </p:sp>
      <p:sp>
        <p:nvSpPr>
          <p:cNvPr id="76" name="Google Shape;76;p100"/>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8841255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ido con título" type="objTx">
  <p:cSld name="Contenido con título">
    <p:spTree>
      <p:nvGrpSpPr>
        <p:cNvPr id="1" name="Shape 77"/>
        <p:cNvGrpSpPr/>
        <p:nvPr/>
      </p:nvGrpSpPr>
      <p:grpSpPr>
        <a:xfrm>
          <a:off x="0" y="0"/>
          <a:ext cx="0" cy="0"/>
          <a:chOff x="0" y="0"/>
          <a:chExt cx="0" cy="0"/>
        </a:xfrm>
      </p:grpSpPr>
      <p:sp>
        <p:nvSpPr>
          <p:cNvPr id="78" name="Google Shape;78;p101"/>
          <p:cNvSpPr txBox="1">
            <a:spLocks noGrp="1"/>
          </p:cNvSpPr>
          <p:nvPr>
            <p:ph type="title"/>
          </p:nvPr>
        </p:nvSpPr>
        <p:spPr>
          <a:xfrm>
            <a:off x="609604" y="843052"/>
            <a:ext cx="4011084" cy="89779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rgbClr val="333333"/>
              </a:buClr>
              <a:buSzPts val="2700"/>
              <a:buFont typeface="Arial"/>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101"/>
          <p:cNvSpPr txBox="1">
            <a:spLocks noGrp="1"/>
          </p:cNvSpPr>
          <p:nvPr>
            <p:ph type="body" idx="1"/>
          </p:nvPr>
        </p:nvSpPr>
        <p:spPr>
          <a:xfrm>
            <a:off x="4766733" y="864948"/>
            <a:ext cx="6815667" cy="5556840"/>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SzPts val="2000"/>
              <a:buChar char="•"/>
              <a:defRPr sz="2000"/>
            </a:lvl1pPr>
            <a:lvl2pPr marL="914400" lvl="1" indent="-355600" algn="l">
              <a:spcBef>
                <a:spcPts val="400"/>
              </a:spcBef>
              <a:spcAft>
                <a:spcPts val="0"/>
              </a:spcAft>
              <a:buClr>
                <a:schemeClr val="dk1"/>
              </a:buClr>
              <a:buSzPts val="2000"/>
              <a:buChar char="–"/>
              <a:defRPr sz="2000"/>
            </a:lvl2pPr>
            <a:lvl3pPr marL="1371600" lvl="2" indent="-355600" algn="l">
              <a:spcBef>
                <a:spcPts val="400"/>
              </a:spcBef>
              <a:spcAft>
                <a:spcPts val="0"/>
              </a:spcAft>
              <a:buSzPts val="2000"/>
              <a:buChar char="•"/>
              <a:defRPr sz="20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80" name="Google Shape;80;p101"/>
          <p:cNvSpPr txBox="1">
            <a:spLocks noGrp="1"/>
          </p:cNvSpPr>
          <p:nvPr>
            <p:ph type="body" idx="2"/>
          </p:nvPr>
        </p:nvSpPr>
        <p:spPr>
          <a:xfrm>
            <a:off x="609604" y="1968178"/>
            <a:ext cx="4011084" cy="4453611"/>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1728899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Imagen con título" type="picTx">
  <p:cSld name="Imagen con título">
    <p:spTree>
      <p:nvGrpSpPr>
        <p:cNvPr id="1" name="Shape 81"/>
        <p:cNvGrpSpPr/>
        <p:nvPr/>
      </p:nvGrpSpPr>
      <p:grpSpPr>
        <a:xfrm>
          <a:off x="0" y="0"/>
          <a:ext cx="0" cy="0"/>
          <a:chOff x="0" y="0"/>
          <a:chExt cx="0" cy="0"/>
        </a:xfrm>
      </p:grpSpPr>
      <p:sp>
        <p:nvSpPr>
          <p:cNvPr id="82" name="Google Shape;82;p102"/>
          <p:cNvSpPr txBox="1">
            <a:spLocks noGrp="1"/>
          </p:cNvSpPr>
          <p:nvPr>
            <p:ph type="title"/>
          </p:nvPr>
        </p:nvSpPr>
        <p:spPr>
          <a:xfrm>
            <a:off x="2389718" y="5019582"/>
            <a:ext cx="7315200"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rgbClr val="333333"/>
              </a:buClr>
              <a:buSzPts val="2700"/>
              <a:buFont typeface="Arial"/>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02"/>
          <p:cNvSpPr>
            <a:spLocks noGrp="1"/>
          </p:cNvSpPr>
          <p:nvPr>
            <p:ph type="pic" idx="2"/>
          </p:nvPr>
        </p:nvSpPr>
        <p:spPr>
          <a:xfrm>
            <a:off x="2389718" y="831755"/>
            <a:ext cx="7315200" cy="4114800"/>
          </a:xfrm>
          <a:prstGeom prst="rect">
            <a:avLst/>
          </a:prstGeom>
          <a:noFill/>
          <a:ln>
            <a:noFill/>
          </a:ln>
        </p:spPr>
      </p:sp>
      <p:sp>
        <p:nvSpPr>
          <p:cNvPr id="84" name="Google Shape;84;p102"/>
          <p:cNvSpPr txBox="1">
            <a:spLocks noGrp="1"/>
          </p:cNvSpPr>
          <p:nvPr>
            <p:ph type="body" idx="1"/>
          </p:nvPr>
        </p:nvSpPr>
        <p:spPr>
          <a:xfrm>
            <a:off x="2389718" y="5586320"/>
            <a:ext cx="7315200"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Tree>
    <p:extLst>
      <p:ext uri="{BB962C8B-B14F-4D97-AF65-F5344CB8AC3E}">
        <p14:creationId xmlns:p14="http://schemas.microsoft.com/office/powerpoint/2010/main" val="5106297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spTree>
      <p:nvGrpSpPr>
        <p:cNvPr id="1" name="Shape 85"/>
        <p:cNvGrpSpPr/>
        <p:nvPr/>
      </p:nvGrpSpPr>
      <p:grpSpPr>
        <a:xfrm>
          <a:off x="0" y="0"/>
          <a:ext cx="0" cy="0"/>
          <a:chOff x="0" y="0"/>
          <a:chExt cx="0" cy="0"/>
        </a:xfrm>
      </p:grpSpPr>
      <p:sp>
        <p:nvSpPr>
          <p:cNvPr id="86" name="Google Shape;86;p103"/>
          <p:cNvSpPr>
            <a:spLocks noGrp="1"/>
          </p:cNvSpPr>
          <p:nvPr>
            <p:ph type="pic" idx="2"/>
          </p:nvPr>
        </p:nvSpPr>
        <p:spPr>
          <a:xfrm>
            <a:off x="3" y="629920"/>
            <a:ext cx="12192000" cy="5974080"/>
          </a:xfrm>
          <a:prstGeom prst="rect">
            <a:avLst/>
          </a:prstGeom>
          <a:solidFill>
            <a:srgbClr val="F2F2F2"/>
          </a:solidFill>
          <a:ln>
            <a:noFill/>
          </a:ln>
        </p:spPr>
      </p:sp>
    </p:spTree>
    <p:extLst>
      <p:ext uri="{BB962C8B-B14F-4D97-AF65-F5344CB8AC3E}">
        <p14:creationId xmlns:p14="http://schemas.microsoft.com/office/powerpoint/2010/main" val="3922869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87"/>
        <p:cNvGrpSpPr/>
        <p:nvPr/>
      </p:nvGrpSpPr>
      <p:grpSpPr>
        <a:xfrm>
          <a:off x="0" y="0"/>
          <a:ext cx="0" cy="0"/>
          <a:chOff x="0" y="0"/>
          <a:chExt cx="0" cy="0"/>
        </a:xfrm>
      </p:grpSpPr>
      <p:sp>
        <p:nvSpPr>
          <p:cNvPr id="88" name="Google Shape;88;p104"/>
          <p:cNvSpPr txBox="1">
            <a:spLocks noGrp="1"/>
          </p:cNvSpPr>
          <p:nvPr>
            <p:ph type="ctrTitle"/>
          </p:nvPr>
        </p:nvSpPr>
        <p:spPr>
          <a:xfrm>
            <a:off x="914401" y="2130429"/>
            <a:ext cx="10363200"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04"/>
          <p:cNvSpPr txBox="1">
            <a:spLocks noGrp="1"/>
          </p:cNvSpPr>
          <p:nvPr>
            <p:ph type="subTitle" idx="1"/>
          </p:nvPr>
        </p:nvSpPr>
        <p:spPr>
          <a:xfrm>
            <a:off x="914401" y="3886200"/>
            <a:ext cx="10363200"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Tree>
    <p:extLst>
      <p:ext uri="{BB962C8B-B14F-4D97-AF65-F5344CB8AC3E}">
        <p14:creationId xmlns:p14="http://schemas.microsoft.com/office/powerpoint/2010/main" val="6585388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8_Diapositiva de título">
  <p:cSld name="8_Diapositiva de título">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105"/>
          <p:cNvSpPr txBox="1">
            <a:spLocks noGrp="1"/>
          </p:cNvSpPr>
          <p:nvPr>
            <p:ph type="ctrTitle"/>
          </p:nvPr>
        </p:nvSpPr>
        <p:spPr>
          <a:xfrm>
            <a:off x="556016"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05"/>
          <p:cNvSpPr txBox="1">
            <a:spLocks noGrp="1"/>
          </p:cNvSpPr>
          <p:nvPr>
            <p:ph type="subTitle" idx="1"/>
          </p:nvPr>
        </p:nvSpPr>
        <p:spPr>
          <a:xfrm>
            <a:off x="556014"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93" name="Google Shape;93;p105"/>
          <p:cNvSpPr>
            <a:spLocks noGrp="1"/>
          </p:cNvSpPr>
          <p:nvPr>
            <p:ph type="pic" idx="2"/>
          </p:nvPr>
        </p:nvSpPr>
        <p:spPr>
          <a:xfrm>
            <a:off x="6076947" y="0"/>
            <a:ext cx="6115054" cy="6858000"/>
          </a:xfrm>
          <a:prstGeom prst="rect">
            <a:avLst/>
          </a:prstGeom>
          <a:solidFill>
            <a:srgbClr val="FFF524"/>
          </a:solidFill>
          <a:ln>
            <a:noFill/>
          </a:ln>
        </p:spPr>
      </p:sp>
    </p:spTree>
    <p:extLst>
      <p:ext uri="{BB962C8B-B14F-4D97-AF65-F5344CB8AC3E}">
        <p14:creationId xmlns:p14="http://schemas.microsoft.com/office/powerpoint/2010/main" val="21934732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7_Diapositiva de título">
  <p:cSld name="7_Diapositiva de título">
    <p:bg>
      <p:bgPr>
        <a:blipFill>
          <a:blip r:embed="rId2">
            <a:alphaModFix/>
          </a:blip>
          <a:stretch>
            <a:fillRect/>
          </a:stretch>
        </a:blipFill>
        <a:effectLst/>
      </p:bgPr>
    </p:bg>
    <p:spTree>
      <p:nvGrpSpPr>
        <p:cNvPr id="1" name="Shape 94"/>
        <p:cNvGrpSpPr/>
        <p:nvPr/>
      </p:nvGrpSpPr>
      <p:grpSpPr>
        <a:xfrm>
          <a:off x="0" y="0"/>
          <a:ext cx="0" cy="0"/>
          <a:chOff x="0" y="0"/>
          <a:chExt cx="0" cy="0"/>
        </a:xfrm>
      </p:grpSpPr>
      <p:sp>
        <p:nvSpPr>
          <p:cNvPr id="95" name="Google Shape;95;p106"/>
          <p:cNvSpPr txBox="1">
            <a:spLocks noGrp="1"/>
          </p:cNvSpPr>
          <p:nvPr>
            <p:ph type="ctrTitle"/>
          </p:nvPr>
        </p:nvSpPr>
        <p:spPr>
          <a:xfrm>
            <a:off x="576347" y="2130429"/>
            <a:ext cx="4817679" cy="1470025"/>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chemeClr val="lt1"/>
              </a:buClr>
              <a:buSzPts val="44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106"/>
          <p:cNvSpPr txBox="1">
            <a:spLocks noGrp="1"/>
          </p:cNvSpPr>
          <p:nvPr>
            <p:ph type="subTitle" idx="1"/>
          </p:nvPr>
        </p:nvSpPr>
        <p:spPr>
          <a:xfrm>
            <a:off x="576347" y="3886200"/>
            <a:ext cx="4817679" cy="1752600"/>
          </a:xfrm>
          <a:prstGeom prst="rect">
            <a:avLst/>
          </a:prstGeom>
          <a:noFill/>
          <a:ln>
            <a:noFill/>
          </a:ln>
        </p:spPr>
        <p:txBody>
          <a:bodyPr spcFirstLastPara="1" wrap="square" lIns="121875" tIns="60925" rIns="121875" bIns="60925" anchor="t" anchorCtr="0">
            <a:normAutofit/>
          </a:bodyPr>
          <a:lstStyle>
            <a:lvl1pPr lvl="0" algn="ctr">
              <a:spcBef>
                <a:spcPts val="400"/>
              </a:spcBef>
              <a:spcAft>
                <a:spcPts val="0"/>
              </a:spcAft>
              <a:buSzPts val="2000"/>
              <a:buNone/>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97" name="Google Shape;97;p106"/>
          <p:cNvSpPr>
            <a:spLocks noGrp="1"/>
          </p:cNvSpPr>
          <p:nvPr>
            <p:ph type="pic" idx="2"/>
          </p:nvPr>
        </p:nvSpPr>
        <p:spPr>
          <a:xfrm>
            <a:off x="6076947" y="0"/>
            <a:ext cx="6115054" cy="6858000"/>
          </a:xfrm>
          <a:prstGeom prst="rect">
            <a:avLst/>
          </a:prstGeom>
          <a:solidFill>
            <a:srgbClr val="262626"/>
          </a:solidFill>
          <a:ln>
            <a:noFill/>
          </a:ln>
        </p:spPr>
      </p:sp>
    </p:spTree>
    <p:extLst>
      <p:ext uri="{BB962C8B-B14F-4D97-AF65-F5344CB8AC3E}">
        <p14:creationId xmlns:p14="http://schemas.microsoft.com/office/powerpoint/2010/main" val="376964788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ítulo y objetos">
  <p:cSld name="Título y objetos">
    <p:bg>
      <p:bgPr>
        <a:blipFill>
          <a:blip r:embed="rId2">
            <a:alphaModFix/>
          </a:blip>
          <a:stretch>
            <a:fillRect/>
          </a:stretch>
        </a:blipFill>
        <a:effectLst/>
      </p:bgPr>
    </p:bg>
    <p:spTree>
      <p:nvGrpSpPr>
        <p:cNvPr id="1" name="Shape 98"/>
        <p:cNvGrpSpPr/>
        <p:nvPr/>
      </p:nvGrpSpPr>
      <p:grpSpPr>
        <a:xfrm>
          <a:off x="0" y="0"/>
          <a:ext cx="0" cy="0"/>
          <a:chOff x="0" y="0"/>
          <a:chExt cx="0" cy="0"/>
        </a:xfrm>
      </p:grpSpPr>
      <p:sp>
        <p:nvSpPr>
          <p:cNvPr id="99" name="Google Shape;99;p107"/>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07"/>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lvl="0" indent="-355600" algn="l">
              <a:spcBef>
                <a:spcPts val="400"/>
              </a:spcBef>
              <a:spcAft>
                <a:spcPts val="0"/>
              </a:spcAft>
              <a:buClr>
                <a:srgbClr val="F9D10E"/>
              </a:buClr>
              <a:buSzPts val="2000"/>
              <a:buFont typeface="Noto Sans Symbols"/>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666927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Encabezado de sección" type="secHead">
  <p:cSld name="Encabezado de sección">
    <p:spTree>
      <p:nvGrpSpPr>
        <p:cNvPr id="1" name="Shape 101"/>
        <p:cNvGrpSpPr/>
        <p:nvPr/>
      </p:nvGrpSpPr>
      <p:grpSpPr>
        <a:xfrm>
          <a:off x="0" y="0"/>
          <a:ext cx="0" cy="0"/>
          <a:chOff x="0" y="0"/>
          <a:chExt cx="0" cy="0"/>
        </a:xfrm>
      </p:grpSpPr>
      <p:sp>
        <p:nvSpPr>
          <p:cNvPr id="102" name="Google Shape;102;p108"/>
          <p:cNvSpPr txBox="1">
            <a:spLocks noGrp="1"/>
          </p:cNvSpPr>
          <p:nvPr>
            <p:ph type="title"/>
          </p:nvPr>
        </p:nvSpPr>
        <p:spPr>
          <a:xfrm>
            <a:off x="963084" y="4406902"/>
            <a:ext cx="10363200" cy="1362075"/>
          </a:xfrm>
          <a:prstGeom prst="rect">
            <a:avLst/>
          </a:prstGeom>
          <a:noFill/>
          <a:ln>
            <a:noFill/>
          </a:ln>
        </p:spPr>
        <p:txBody>
          <a:bodyPr spcFirstLastPara="1" wrap="square" lIns="121875" tIns="60925" rIns="121875" bIns="60925" anchor="t" anchorCtr="0">
            <a:normAutofit/>
          </a:bodyPr>
          <a:lstStyle>
            <a:lvl1pPr lvl="0" algn="l">
              <a:spcBef>
                <a:spcPts val="0"/>
              </a:spcBef>
              <a:spcAft>
                <a:spcPts val="0"/>
              </a:spcAft>
              <a:buClr>
                <a:srgbClr val="333333"/>
              </a:buClr>
              <a:buSzPts val="5300"/>
              <a:buFont typeface="Arial"/>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3" name="Google Shape;103;p108"/>
          <p:cNvSpPr txBox="1">
            <a:spLocks noGrp="1"/>
          </p:cNvSpPr>
          <p:nvPr>
            <p:ph type="body" idx="1"/>
          </p:nvPr>
        </p:nvSpPr>
        <p:spPr>
          <a:xfrm>
            <a:off x="963084" y="2906713"/>
            <a:ext cx="10363200" cy="1500187"/>
          </a:xfrm>
          <a:prstGeom prst="rect">
            <a:avLst/>
          </a:prstGeom>
          <a:noFill/>
          <a:ln>
            <a:noFill/>
          </a:ln>
        </p:spPr>
        <p:txBody>
          <a:bodyPr spcFirstLastPara="1" wrap="square" lIns="121875" tIns="60925" rIns="121875" bIns="60925" anchor="b" anchorCtr="0">
            <a:normAutofit/>
          </a:bodyPr>
          <a:lstStyle>
            <a:lvl1pPr marL="457200" lvl="0" indent="-228600" algn="l">
              <a:spcBef>
                <a:spcPts val="540"/>
              </a:spcBef>
              <a:spcAft>
                <a:spcPts val="0"/>
              </a:spcAft>
              <a:buSzPts val="2700"/>
              <a:buNone/>
              <a:defRPr sz="2700">
                <a:solidFill>
                  <a:srgbClr val="888888"/>
                </a:solidFill>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extLst>
      <p:ext uri="{BB962C8B-B14F-4D97-AF65-F5344CB8AC3E}">
        <p14:creationId xmlns:p14="http://schemas.microsoft.com/office/powerpoint/2010/main" val="14527065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104"/>
        <p:cNvGrpSpPr/>
        <p:nvPr/>
      </p:nvGrpSpPr>
      <p:grpSpPr>
        <a:xfrm>
          <a:off x="0" y="0"/>
          <a:ext cx="0" cy="0"/>
          <a:chOff x="0" y="0"/>
          <a:chExt cx="0" cy="0"/>
        </a:xfrm>
      </p:grpSpPr>
    </p:spTree>
    <p:extLst>
      <p:ext uri="{BB962C8B-B14F-4D97-AF65-F5344CB8AC3E}">
        <p14:creationId xmlns:p14="http://schemas.microsoft.com/office/powerpoint/2010/main" val="14312877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1_Diapositiva de título">
  <p:cSld name="11_Diapositiva de título">
    <p:bg>
      <p:bgPr>
        <a:blipFill>
          <a:blip r:embed="rId2">
            <a:alphaModFix/>
          </a:blip>
          <a:stretch>
            <a:fillRect/>
          </a:stretch>
        </a:blipFill>
        <a:effectLst/>
      </p:bgPr>
    </p:bg>
    <p:spTree>
      <p:nvGrpSpPr>
        <p:cNvPr id="1" name="Shape 105"/>
        <p:cNvGrpSpPr/>
        <p:nvPr/>
      </p:nvGrpSpPr>
      <p:grpSpPr>
        <a:xfrm>
          <a:off x="0" y="0"/>
          <a:ext cx="0" cy="0"/>
          <a:chOff x="0" y="0"/>
          <a:chExt cx="0" cy="0"/>
        </a:xfrm>
      </p:grpSpPr>
      <p:sp>
        <p:nvSpPr>
          <p:cNvPr id="106" name="Google Shape;106;p110"/>
          <p:cNvSpPr txBox="1">
            <a:spLocks noGrp="1"/>
          </p:cNvSpPr>
          <p:nvPr>
            <p:ph type="ctrTitle"/>
          </p:nvPr>
        </p:nvSpPr>
        <p:spPr>
          <a:xfrm>
            <a:off x="6385949" y="959155"/>
            <a:ext cx="5125662"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110"/>
          <p:cNvSpPr txBox="1">
            <a:spLocks noGrp="1"/>
          </p:cNvSpPr>
          <p:nvPr>
            <p:ph type="subTitle" idx="1"/>
          </p:nvPr>
        </p:nvSpPr>
        <p:spPr>
          <a:xfrm>
            <a:off x="6385949" y="1937924"/>
            <a:ext cx="5125662"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08" name="Google Shape;108;p110"/>
          <p:cNvSpPr>
            <a:spLocks noGrp="1"/>
          </p:cNvSpPr>
          <p:nvPr>
            <p:ph type="pic" idx="2"/>
          </p:nvPr>
        </p:nvSpPr>
        <p:spPr>
          <a:xfrm>
            <a:off x="1" y="0"/>
            <a:ext cx="6096001" cy="6858000"/>
          </a:xfrm>
          <a:prstGeom prst="rect">
            <a:avLst/>
          </a:prstGeom>
          <a:solidFill>
            <a:srgbClr val="FFF524"/>
          </a:solidFill>
          <a:ln>
            <a:noFill/>
          </a:ln>
        </p:spPr>
      </p:sp>
    </p:spTree>
    <p:extLst>
      <p:ext uri="{BB962C8B-B14F-4D97-AF65-F5344CB8AC3E}">
        <p14:creationId xmlns:p14="http://schemas.microsoft.com/office/powerpoint/2010/main" val="33585742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3_Diapositiva de título">
  <p:cSld name="13_Diapositiva de título">
    <p:bg>
      <p:bgPr>
        <a:blipFill>
          <a:blip r:embed="rId2">
            <a:alphaModFix/>
          </a:blip>
          <a:stretch>
            <a:fillRect/>
          </a:stretch>
        </a:blipFill>
        <a:effectLst/>
      </p:bgPr>
    </p:bg>
    <p:spTree>
      <p:nvGrpSpPr>
        <p:cNvPr id="1" name="Shape 109"/>
        <p:cNvGrpSpPr/>
        <p:nvPr/>
      </p:nvGrpSpPr>
      <p:grpSpPr>
        <a:xfrm>
          <a:off x="0" y="0"/>
          <a:ext cx="0" cy="0"/>
          <a:chOff x="0" y="0"/>
          <a:chExt cx="0" cy="0"/>
        </a:xfrm>
      </p:grpSpPr>
      <p:sp>
        <p:nvSpPr>
          <p:cNvPr id="110" name="Google Shape;110;p111"/>
          <p:cNvSpPr txBox="1">
            <a:spLocks noGrp="1"/>
          </p:cNvSpPr>
          <p:nvPr>
            <p:ph type="ctrTitle"/>
          </p:nvPr>
        </p:nvSpPr>
        <p:spPr>
          <a:xfrm>
            <a:off x="4471331" y="959155"/>
            <a:ext cx="7040280" cy="825487"/>
          </a:xfrm>
          <a:prstGeom prst="rect">
            <a:avLst/>
          </a:prstGeom>
          <a:noFill/>
          <a:ln>
            <a:noFill/>
          </a:ln>
        </p:spPr>
        <p:txBody>
          <a:bodyPr spcFirstLastPara="1" wrap="square" lIns="121875" tIns="60925" rIns="121875" bIns="60925" anchor="ctr" anchorCtr="0">
            <a:normAutofit/>
          </a:bodyPr>
          <a:lstStyle>
            <a:lvl1pPr lvl="0" algn="ctr">
              <a:spcBef>
                <a:spcPts val="0"/>
              </a:spcBef>
              <a:spcAft>
                <a:spcPts val="0"/>
              </a:spcAft>
              <a:buClr>
                <a:srgbClr val="333333"/>
              </a:buClr>
              <a:buSzPts val="4400"/>
              <a:buFont typeface="Arial"/>
              <a:buNone/>
              <a:defRPr>
                <a:solidFill>
                  <a:srgbClr val="33333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11"/>
          <p:cNvSpPr txBox="1">
            <a:spLocks noGrp="1"/>
          </p:cNvSpPr>
          <p:nvPr>
            <p:ph type="subTitle" idx="1"/>
          </p:nvPr>
        </p:nvSpPr>
        <p:spPr>
          <a:xfrm>
            <a:off x="4471331" y="1937924"/>
            <a:ext cx="7040280" cy="4188243"/>
          </a:xfrm>
          <a:prstGeom prst="rect">
            <a:avLst/>
          </a:prstGeom>
          <a:noFill/>
          <a:ln>
            <a:noFill/>
          </a:ln>
        </p:spPr>
        <p:txBody>
          <a:bodyPr spcFirstLastPara="1" wrap="square" lIns="121875" tIns="60925" rIns="121875" bIns="60925" anchor="t" anchorCtr="0">
            <a:normAutofit/>
          </a:bodyPr>
          <a:lstStyle>
            <a:lvl1pPr lvl="0" algn="l">
              <a:spcBef>
                <a:spcPts val="400"/>
              </a:spcBef>
              <a:spcAft>
                <a:spcPts val="0"/>
              </a:spcAft>
              <a:buSzPts val="2000"/>
              <a:buFont typeface="Arial"/>
              <a:buChar char="•"/>
              <a:defRPr>
                <a:solidFill>
                  <a:srgbClr val="888888"/>
                </a:solidFill>
              </a:defRPr>
            </a:lvl1pPr>
            <a:lvl2pPr lvl="1" algn="ctr">
              <a:spcBef>
                <a:spcPts val="400"/>
              </a:spcBef>
              <a:spcAft>
                <a:spcPts val="0"/>
              </a:spcAft>
              <a:buClr>
                <a:srgbClr val="888888"/>
              </a:buClr>
              <a:buSzPts val="20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20"/>
              </a:spcBef>
              <a:spcAft>
                <a:spcPts val="0"/>
              </a:spcAft>
              <a:buClr>
                <a:srgbClr val="888888"/>
              </a:buClr>
              <a:buSzPts val="1600"/>
              <a:buNone/>
              <a:defRPr>
                <a:solidFill>
                  <a:srgbClr val="888888"/>
                </a:solidFill>
              </a:defRPr>
            </a:lvl4pPr>
            <a:lvl5pPr lvl="4" algn="ctr">
              <a:spcBef>
                <a:spcPts val="320"/>
              </a:spcBef>
              <a:spcAft>
                <a:spcPts val="0"/>
              </a:spcAft>
              <a:buClr>
                <a:srgbClr val="888888"/>
              </a:buClr>
              <a:buSzPts val="16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12" name="Google Shape;112;p111"/>
          <p:cNvSpPr>
            <a:spLocks noGrp="1"/>
          </p:cNvSpPr>
          <p:nvPr>
            <p:ph type="pic" idx="2"/>
          </p:nvPr>
        </p:nvSpPr>
        <p:spPr>
          <a:xfrm>
            <a:off x="2" y="0"/>
            <a:ext cx="4063998" cy="6858000"/>
          </a:xfrm>
          <a:prstGeom prst="rect">
            <a:avLst/>
          </a:prstGeom>
          <a:solidFill>
            <a:srgbClr val="FFF524"/>
          </a:solidFill>
          <a:ln>
            <a:noFill/>
          </a:ln>
        </p:spPr>
      </p:sp>
    </p:spTree>
    <p:extLst>
      <p:ext uri="{BB962C8B-B14F-4D97-AF65-F5344CB8AC3E}">
        <p14:creationId xmlns:p14="http://schemas.microsoft.com/office/powerpoint/2010/main" val="1587734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theme" Target="../theme/theme2.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5AE6051-32FF-9B4B-B8E1-B1B809D7E4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39767A2E-8FAB-BB4B-9A05-168157186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pie de página 4">
            <a:extLst>
              <a:ext uri="{FF2B5EF4-FFF2-40B4-BE49-F238E27FC236}">
                <a16:creationId xmlns:a16="http://schemas.microsoft.com/office/drawing/2014/main" id="{5BF5AF6E-72CF-6D4E-A31F-6F9A57F780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8E5971B2-3F52-F143-AE1E-D26F210EE4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65D1F1-27F4-134E-B4D6-D52A6905F80A}" type="slidenum">
              <a:rPr lang="es-MX" smtClean="0"/>
              <a:t>‹Nº›</a:t>
            </a:fld>
            <a:endParaRPr lang="es-MX"/>
          </a:p>
        </p:txBody>
      </p:sp>
      <p:pic>
        <p:nvPicPr>
          <p:cNvPr id="7" name="Imagen 12">
            <a:extLst>
              <a:ext uri="{FF2B5EF4-FFF2-40B4-BE49-F238E27FC236}">
                <a16:creationId xmlns:a16="http://schemas.microsoft.com/office/drawing/2014/main" id="{E1019451-1A6D-D846-8CFD-482E64F66F0F}"/>
              </a:ext>
            </a:extLst>
          </p:cNvPr>
          <p:cNvPicPr>
            <a:picLocks noChangeAspect="1"/>
          </p:cNvPicPr>
          <p:nvPr userDrawn="1"/>
        </p:nvPicPr>
        <p:blipFill>
          <a:blip r:embed="rId17"/>
          <a:stretch>
            <a:fillRect/>
          </a:stretch>
        </p:blipFill>
        <p:spPr>
          <a:xfrm>
            <a:off x="0" y="6141150"/>
            <a:ext cx="6095999" cy="746830"/>
          </a:xfrm>
          <a:prstGeom prst="rect">
            <a:avLst/>
          </a:prstGeom>
        </p:spPr>
      </p:pic>
      <p:sp>
        <p:nvSpPr>
          <p:cNvPr id="8" name="CuadroTexto 7">
            <a:extLst>
              <a:ext uri="{FF2B5EF4-FFF2-40B4-BE49-F238E27FC236}">
                <a16:creationId xmlns:a16="http://schemas.microsoft.com/office/drawing/2014/main" id="{8DAD3721-C012-4354-956D-A9ADF6967E36}"/>
              </a:ext>
            </a:extLst>
          </p:cNvPr>
          <p:cNvSpPr txBox="1"/>
          <p:nvPr userDrawn="1"/>
        </p:nvSpPr>
        <p:spPr>
          <a:xfrm>
            <a:off x="9834933" y="-34394"/>
            <a:ext cx="257407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 Dr. Juan Baldemar Garza V</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Derechos reservados 2025</a:t>
            </a:r>
          </a:p>
        </p:txBody>
      </p:sp>
    </p:spTree>
    <p:extLst>
      <p:ext uri="{BB962C8B-B14F-4D97-AF65-F5344CB8AC3E}">
        <p14:creationId xmlns:p14="http://schemas.microsoft.com/office/powerpoint/2010/main" val="2812484659"/>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721" r:id="rId14"/>
    <p:sldLayoutId id="2147483722"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27">
            <a:alphaModFix/>
          </a:blip>
          <a:stretch>
            <a:fillRect/>
          </a:stretch>
        </a:blipFill>
        <a:effectLst/>
      </p:bgPr>
    </p:bg>
    <p:spTree>
      <p:nvGrpSpPr>
        <p:cNvPr id="1" name="Shape 9"/>
        <p:cNvGrpSpPr/>
        <p:nvPr/>
      </p:nvGrpSpPr>
      <p:grpSpPr>
        <a:xfrm>
          <a:off x="0" y="0"/>
          <a:ext cx="0" cy="0"/>
          <a:chOff x="0" y="0"/>
          <a:chExt cx="0" cy="0"/>
        </a:xfrm>
      </p:grpSpPr>
      <p:sp>
        <p:nvSpPr>
          <p:cNvPr id="10" name="Google Shape;10;p84"/>
          <p:cNvSpPr txBox="1">
            <a:spLocks noGrp="1"/>
          </p:cNvSpPr>
          <p:nvPr>
            <p:ph type="title"/>
          </p:nvPr>
        </p:nvSpPr>
        <p:spPr>
          <a:xfrm>
            <a:off x="609600" y="959155"/>
            <a:ext cx="10972801" cy="825487"/>
          </a:xfrm>
          <a:prstGeom prst="rect">
            <a:avLst/>
          </a:prstGeom>
          <a:noFill/>
          <a:ln>
            <a:noFill/>
          </a:ln>
        </p:spPr>
        <p:txBody>
          <a:bodyPr spcFirstLastPara="1" wrap="square" lIns="121875" tIns="60925" rIns="121875" bIns="60925" anchor="ctr" anchorCtr="0">
            <a:normAutofit/>
          </a:bodyPr>
          <a:lstStyle>
            <a:lvl1pPr marR="0" lvl="0" algn="ctr" rtl="0">
              <a:spcBef>
                <a:spcPts val="0"/>
              </a:spcBef>
              <a:spcAft>
                <a:spcPts val="0"/>
              </a:spcAft>
              <a:buClr>
                <a:srgbClr val="333333"/>
              </a:buClr>
              <a:buSzPts val="4400"/>
              <a:buFont typeface="Arial"/>
              <a:buNone/>
              <a:defRPr sz="4400" b="1" i="0" u="none" strike="noStrike" cap="non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84"/>
          <p:cNvSpPr txBox="1">
            <a:spLocks noGrp="1"/>
          </p:cNvSpPr>
          <p:nvPr>
            <p:ph type="body" idx="1"/>
          </p:nvPr>
        </p:nvSpPr>
        <p:spPr>
          <a:xfrm>
            <a:off x="609600" y="1937924"/>
            <a:ext cx="10972801" cy="4188243"/>
          </a:xfrm>
          <a:prstGeom prst="rect">
            <a:avLst/>
          </a:prstGeom>
          <a:noFill/>
          <a:ln>
            <a:noFill/>
          </a:ln>
        </p:spPr>
        <p:txBody>
          <a:bodyPr spcFirstLastPara="1" wrap="square" lIns="121875" tIns="60925" rIns="121875" bIns="60925" anchor="t" anchorCtr="0">
            <a:normAutofit/>
          </a:bodyPr>
          <a:lstStyle>
            <a:lvl1pPr marL="457200" marR="0" lvl="0" indent="-355600" algn="l" rtl="0">
              <a:spcBef>
                <a:spcPts val="400"/>
              </a:spcBef>
              <a:spcAft>
                <a:spcPts val="0"/>
              </a:spcAft>
              <a:buClr>
                <a:srgbClr val="78288C"/>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rgbClr val="FFF500"/>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Arial"/>
                <a:ea typeface="Arial"/>
                <a:cs typeface="Arial"/>
                <a:sym typeface="Arial"/>
              </a:defRPr>
            </a:lvl9pPr>
          </a:lstStyle>
          <a:p>
            <a:endParaRPr/>
          </a:p>
        </p:txBody>
      </p:sp>
      <p:sp>
        <p:nvSpPr>
          <p:cNvPr id="12" name="Google Shape;12;p84"/>
          <p:cNvSpPr txBox="1"/>
          <p:nvPr/>
        </p:nvSpPr>
        <p:spPr>
          <a:xfrm>
            <a:off x="1" y="6642342"/>
            <a:ext cx="2814316" cy="20005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t-IT" sz="700" b="0" i="0" u="none" strike="noStrike" cap="none">
                <a:solidFill>
                  <a:srgbClr val="A5A5A5"/>
                </a:solidFill>
                <a:latin typeface="Arial"/>
                <a:ea typeface="Arial"/>
                <a:cs typeface="Arial"/>
                <a:sym typeface="Arial"/>
              </a:rPr>
              <a:t>© DERECHOS RESERVADOS UNIVERSIDAD DE MONTERREY</a:t>
            </a:r>
            <a:endParaRPr sz="1800"/>
          </a:p>
        </p:txBody>
      </p:sp>
      <p:sp>
        <p:nvSpPr>
          <p:cNvPr id="13" name="Google Shape;13;p84"/>
          <p:cNvSpPr txBox="1"/>
          <p:nvPr/>
        </p:nvSpPr>
        <p:spPr>
          <a:xfrm>
            <a:off x="11376743" y="6611566"/>
            <a:ext cx="815258" cy="261608"/>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it-IT" sz="1100" b="0" i="0" u="none" strike="noStrike" cap="none">
                <a:solidFill>
                  <a:srgbClr val="7F7F7F"/>
                </a:solidFill>
                <a:latin typeface="Arial"/>
                <a:ea typeface="Arial"/>
                <a:cs typeface="Arial"/>
                <a:sym typeface="Arial"/>
              </a:rPr>
              <a:pPr marL="0" marR="0" lvl="0" indent="0" algn="r" rtl="0">
                <a:spcBef>
                  <a:spcPts val="0"/>
                </a:spcBef>
                <a:spcAft>
                  <a:spcPts val="0"/>
                </a:spcAft>
                <a:buNone/>
              </a:pPr>
              <a:t>‹Nº›</a:t>
            </a:fld>
            <a:endParaRPr sz="1100" b="0" i="0" u="none" strike="noStrike" cap="none">
              <a:solidFill>
                <a:srgbClr val="7F7F7F"/>
              </a:solidFill>
              <a:latin typeface="Arial"/>
              <a:ea typeface="Arial"/>
              <a:cs typeface="Arial"/>
              <a:sym typeface="Arial"/>
            </a:endParaRPr>
          </a:p>
        </p:txBody>
      </p:sp>
    </p:spTree>
    <p:extLst>
      <p:ext uri="{BB962C8B-B14F-4D97-AF65-F5344CB8AC3E}">
        <p14:creationId xmlns:p14="http://schemas.microsoft.com/office/powerpoint/2010/main" val="436182210"/>
      </p:ext>
    </p:extLst>
  </p:cSld>
  <p:clrMap bg1="lt1" tx1="dk1" bg2="dk2" tx2="lt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2" r:id="rId8"/>
    <p:sldLayoutId id="2147483703"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8" name="Marcador de texto 1">
            <a:extLst>
              <a:ext uri="{FF2B5EF4-FFF2-40B4-BE49-F238E27FC236}">
                <a16:creationId xmlns:a16="http://schemas.microsoft.com/office/drawing/2014/main" id="{6F69719F-B238-4C94-B7CC-04B6CD85301D}"/>
              </a:ext>
            </a:extLst>
          </p:cNvPr>
          <p:cNvSpPr txBox="1">
            <a:spLocks/>
          </p:cNvSpPr>
          <p:nvPr/>
        </p:nvSpPr>
        <p:spPr>
          <a:xfrm>
            <a:off x="2090254" y="603250"/>
            <a:ext cx="5946058" cy="469181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Diplomado </a:t>
            </a: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de Analítica y </a:t>
            </a:r>
          </a:p>
          <a:p>
            <a:pPr marL="0" indent="0" algn="ctr">
              <a:buNone/>
            </a:pPr>
            <a:r>
              <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Ciencia de Datos</a:t>
            </a:r>
          </a:p>
          <a:p>
            <a:pPr marL="0" indent="0" algn="ctr">
              <a:buNone/>
            </a:pPr>
            <a:endParaRPr lang="es-MX" sz="4400"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b="1" dirty="0">
                <a:solidFill>
                  <a:schemeClr val="bg1">
                    <a:lumMod val="95000"/>
                  </a:schemeClr>
                </a:solidFill>
                <a:latin typeface="Arial" panose="020B0604020202020204" pitchFamily="34" charset="0"/>
                <a:ea typeface="Roboto" panose="02000000000000000000" pitchFamily="2" charset="0"/>
                <a:cs typeface="Arial" panose="020B0604020202020204" pitchFamily="34" charset="0"/>
              </a:rPr>
              <a:t>Dr. Juan Baldemar Garza Villegas</a:t>
            </a:r>
            <a:endParaRPr lang="es-MX" sz="2000" b="1" dirty="0">
              <a:solidFill>
                <a:srgbClr val="9E1F63"/>
              </a:solidFill>
              <a:latin typeface="Arial" panose="020B0604020202020204" pitchFamily="34" charset="0"/>
              <a:ea typeface="Roboto" panose="02000000000000000000" pitchFamily="2" charset="0"/>
              <a:cs typeface="Arial" panose="020B0604020202020204" pitchFamily="34" charset="0"/>
            </a:endParaRPr>
          </a:p>
          <a:p>
            <a:pPr marL="0" indent="0" algn="ctr">
              <a:buNone/>
            </a:pPr>
            <a:r>
              <a:rPr lang="es-MX" sz="2000" b="1" dirty="0">
                <a:solidFill>
                  <a:srgbClr val="FFFF00"/>
                </a:solidFill>
                <a:latin typeface="Arial" panose="020B0604020202020204" pitchFamily="34" charset="0"/>
                <a:ea typeface="Roboto" panose="02000000000000000000" pitchFamily="2" charset="0"/>
                <a:cs typeface="Arial" panose="020B0604020202020204" pitchFamily="34" charset="0"/>
              </a:rPr>
              <a:t>juan.garza@udem.edu</a:t>
            </a:r>
            <a:br>
              <a:rPr lang="es-MX" sz="2000" b="1" dirty="0">
                <a:solidFill>
                  <a:srgbClr val="FFFF00"/>
                </a:solidFill>
                <a:latin typeface="Arial" panose="020B0604020202020204" pitchFamily="34" charset="0"/>
                <a:ea typeface="Roboto" panose="02000000000000000000" pitchFamily="2" charset="0"/>
                <a:cs typeface="Arial" panose="020B0604020202020204" pitchFamily="34" charset="0"/>
              </a:rPr>
            </a:br>
            <a:endParaRPr lang="en-US" dirty="0">
              <a:solidFill>
                <a:srgbClr val="FFFF00"/>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260;p26">
            <a:extLst>
              <a:ext uri="{FF2B5EF4-FFF2-40B4-BE49-F238E27FC236}">
                <a16:creationId xmlns:a16="http://schemas.microsoft.com/office/drawing/2014/main" id="{03E97F3D-E088-4133-A30D-5E00CC9CDF48}"/>
              </a:ext>
            </a:extLst>
          </p:cNvPr>
          <p:cNvSpPr txBox="1">
            <a:spLocks/>
          </p:cNvSpPr>
          <p:nvPr/>
        </p:nvSpPr>
        <p:spPr>
          <a:xfrm>
            <a:off x="609851" y="1487987"/>
            <a:ext cx="10375900" cy="3139537"/>
          </a:xfrm>
          <a:prstGeom prst="rect">
            <a:avLst/>
          </a:prstGeom>
        </p:spPr>
        <p:txBody>
          <a:bodyPr spcFirstLastPara="1" vert="horz" lIns="34285" tIns="17138" rIns="34285" bIns="17138" rtlCol="0">
            <a:normAutofit fontScale="92500" lnSpcReduction="10000"/>
          </a:bodyPr>
          <a:lstStyle>
            <a:lvl1pPr marL="457109" indent="-457109" algn="l" defTabSz="1828434" rtl="0" eaLnBrk="1" latinLnBrk="0" hangingPunct="1">
              <a:lnSpc>
                <a:spcPct val="90000"/>
              </a:lnSpc>
              <a:spcBef>
                <a:spcPts val="2000"/>
              </a:spcBef>
              <a:buFont typeface="Arial" panose="020B0604020202020204" pitchFamily="34" charset="0"/>
              <a:buChar char="•"/>
              <a:defRPr lang="en-US" sz="4800" kern="1200" dirty="0" smtClean="0">
                <a:solidFill>
                  <a:schemeClr val="tx1"/>
                </a:solidFill>
                <a:effectLst/>
                <a:latin typeface="Roboto Regular"/>
                <a:ea typeface="+mn-ea"/>
                <a:cs typeface="Roboto Regular"/>
              </a:defRPr>
            </a:lvl1pPr>
            <a:lvl2pPr marL="1371326" indent="-457109" algn="l" defTabSz="1828434" rtl="0" eaLnBrk="1" latinLnBrk="0" hangingPunct="1">
              <a:lnSpc>
                <a:spcPct val="90000"/>
              </a:lnSpc>
              <a:spcBef>
                <a:spcPts val="1000"/>
              </a:spcBef>
              <a:buFont typeface="Arial" panose="020B0604020202020204" pitchFamily="34" charset="0"/>
              <a:buChar char="•"/>
              <a:defRPr lang="en-US" sz="4000" kern="1200" dirty="0" smtClean="0">
                <a:solidFill>
                  <a:schemeClr val="tx1"/>
                </a:solidFill>
                <a:effectLst/>
                <a:latin typeface="Roboto Regular"/>
                <a:ea typeface="+mn-ea"/>
                <a:cs typeface="Roboto Regular"/>
              </a:defRPr>
            </a:lvl2pPr>
            <a:lvl3pPr marL="2285543" indent="-457109" algn="l" defTabSz="1828434" rtl="0" eaLnBrk="1" latinLnBrk="0" hangingPunct="1">
              <a:lnSpc>
                <a:spcPct val="90000"/>
              </a:lnSpc>
              <a:spcBef>
                <a:spcPts val="1000"/>
              </a:spcBef>
              <a:buFont typeface="Arial" panose="020B0604020202020204" pitchFamily="34" charset="0"/>
              <a:buChar char="•"/>
              <a:defRPr lang="en-US" sz="3600" kern="1200" dirty="0" smtClean="0">
                <a:solidFill>
                  <a:schemeClr val="tx1"/>
                </a:solidFill>
                <a:effectLst/>
                <a:latin typeface="Roboto Regular"/>
                <a:ea typeface="+mn-ea"/>
                <a:cs typeface="Roboto Regular"/>
              </a:defRPr>
            </a:lvl3pPr>
            <a:lvl4pPr marL="3199760" indent="-457109" algn="l" defTabSz="1828434" rtl="0" eaLnBrk="1" latinLnBrk="0" hangingPunct="1">
              <a:lnSpc>
                <a:spcPct val="90000"/>
              </a:lnSpc>
              <a:spcBef>
                <a:spcPts val="1000"/>
              </a:spcBef>
              <a:buFont typeface="Arial" panose="020B0604020202020204" pitchFamily="34" charset="0"/>
              <a:buChar char="•"/>
              <a:defRPr lang="en-US" sz="3200" kern="1200" dirty="0" smtClean="0">
                <a:solidFill>
                  <a:schemeClr val="tx1"/>
                </a:solidFill>
                <a:effectLst/>
                <a:latin typeface="Roboto Regular"/>
                <a:ea typeface="+mn-ea"/>
                <a:cs typeface="Roboto Regular"/>
              </a:defRPr>
            </a:lvl4pPr>
            <a:lvl5pPr marL="4113977" indent="-457109" algn="l" defTabSz="1828434" rtl="0" eaLnBrk="1" latinLnBrk="0" hangingPunct="1">
              <a:lnSpc>
                <a:spcPct val="90000"/>
              </a:lnSpc>
              <a:spcBef>
                <a:spcPts val="1000"/>
              </a:spcBef>
              <a:buFont typeface="Arial" panose="020B0604020202020204" pitchFamily="34" charset="0"/>
              <a:buChar char="•"/>
              <a:defRPr lang="en-US" sz="3200" kern="1200" dirty="0">
                <a:solidFill>
                  <a:schemeClr val="tx1"/>
                </a:solidFill>
                <a:effectLst/>
                <a:latin typeface="Roboto Regular"/>
                <a:ea typeface="+mn-ea"/>
                <a:cs typeface="Roboto Regular"/>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128588">
              <a:spcBef>
                <a:spcPts val="0"/>
              </a:spcBef>
              <a:buSzPts val="3200"/>
              <a:defRPr/>
            </a:pPr>
            <a:r>
              <a:rPr lang="es-MX" sz="3000" dirty="0" err="1">
                <a:solidFill>
                  <a:schemeClr val="bg2">
                    <a:lumMod val="10000"/>
                  </a:schemeClr>
                </a:solidFill>
              </a:rPr>
              <a:t>Practitioner</a:t>
            </a:r>
            <a:r>
              <a:rPr lang="es-MX" sz="3000" dirty="0">
                <a:solidFill>
                  <a:schemeClr val="bg2">
                    <a:lumMod val="10000"/>
                  </a:schemeClr>
                </a:solidFill>
              </a:rPr>
              <a:t>….</a:t>
            </a:r>
          </a:p>
          <a:p>
            <a:pPr marL="0" indent="0" algn="r">
              <a:spcBef>
                <a:spcPts val="240"/>
              </a:spcBef>
              <a:buSzPts val="3200"/>
              <a:buNone/>
              <a:defRPr/>
            </a:pPr>
            <a:r>
              <a:rPr lang="es-MX" sz="3000" dirty="0">
                <a:solidFill>
                  <a:schemeClr val="bg2">
                    <a:lumMod val="10000"/>
                  </a:schemeClr>
                </a:solidFill>
              </a:rPr>
              <a:t>…. </a:t>
            </a:r>
            <a:r>
              <a:rPr lang="es-MX" sz="3000" i="1" dirty="0">
                <a:solidFill>
                  <a:schemeClr val="bg2">
                    <a:lumMod val="10000"/>
                  </a:schemeClr>
                </a:solidFill>
              </a:rPr>
              <a:t>Y académico</a:t>
            </a:r>
            <a:r>
              <a:rPr lang="es-MX" sz="3000" dirty="0">
                <a:solidFill>
                  <a:schemeClr val="bg2">
                    <a:lumMod val="10000"/>
                  </a:schemeClr>
                </a:solidFill>
              </a:rPr>
              <a:t>….</a:t>
            </a:r>
          </a:p>
          <a:p>
            <a:pPr marL="0" indent="0" algn="r">
              <a:spcBef>
                <a:spcPts val="240"/>
              </a:spcBef>
              <a:buSzPts val="3200"/>
              <a:buNone/>
              <a:defRPr/>
            </a:pPr>
            <a:endParaRPr lang="es-MX" sz="3000" dirty="0">
              <a:solidFill>
                <a:schemeClr val="bg2">
                  <a:lumMod val="10000"/>
                </a:schemeClr>
              </a:solidFill>
            </a:endParaRPr>
          </a:p>
          <a:p>
            <a:pPr marL="0" indent="0" algn="r">
              <a:spcBef>
                <a:spcPts val="240"/>
              </a:spcBef>
              <a:buSzPts val="3200"/>
              <a:buNone/>
              <a:defRPr/>
            </a:pPr>
            <a:r>
              <a:rPr lang="es-MX" sz="3000" dirty="0">
                <a:solidFill>
                  <a:schemeClr val="bg2">
                    <a:lumMod val="10000"/>
                  </a:schemeClr>
                </a:solidFill>
              </a:rPr>
              <a:t>… Interesado en la Mejora Continua, Ciencia de Datos, Tecnología, Estrategia  4.0 y…..</a:t>
            </a:r>
          </a:p>
          <a:p>
            <a:pPr marL="0" indent="0" algn="r">
              <a:spcBef>
                <a:spcPts val="240"/>
              </a:spcBef>
              <a:buSzPts val="3200"/>
              <a:buNone/>
              <a:defRPr/>
            </a:pPr>
            <a:endParaRPr lang="es-MX" sz="3000" dirty="0">
              <a:solidFill>
                <a:schemeClr val="bg2">
                  <a:lumMod val="10000"/>
                </a:schemeClr>
              </a:solidFill>
            </a:endParaRPr>
          </a:p>
          <a:p>
            <a:pPr marL="0" indent="0" algn="r">
              <a:spcBef>
                <a:spcPts val="240"/>
              </a:spcBef>
              <a:buSzPts val="3200"/>
              <a:buNone/>
              <a:defRPr/>
            </a:pPr>
            <a:endParaRPr lang="es-MX" sz="3000" dirty="0">
              <a:solidFill>
                <a:schemeClr val="bg2">
                  <a:lumMod val="10000"/>
                </a:schemeClr>
              </a:solidFill>
            </a:endParaRPr>
          </a:p>
          <a:p>
            <a:pPr marL="0" indent="0">
              <a:spcBef>
                <a:spcPts val="240"/>
              </a:spcBef>
              <a:buSzPts val="3200"/>
              <a:buNone/>
              <a:defRPr/>
            </a:pPr>
            <a:r>
              <a:rPr lang="es-MX" sz="3000" dirty="0">
                <a:solidFill>
                  <a:schemeClr val="bg2">
                    <a:lumMod val="10000"/>
                  </a:schemeClr>
                </a:solidFill>
              </a:rPr>
              <a:t>… MEJORES EMPRESAS…</a:t>
            </a:r>
          </a:p>
        </p:txBody>
      </p:sp>
    </p:spTree>
    <p:extLst>
      <p:ext uri="{BB962C8B-B14F-4D97-AF65-F5344CB8AC3E}">
        <p14:creationId xmlns:p14="http://schemas.microsoft.com/office/powerpoint/2010/main" val="237431196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422B0-BB6D-7492-B718-4F1EA9791879}"/>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F6691F7-383A-AEC4-DE20-4288BE12DFAD}"/>
              </a:ext>
            </a:extLst>
          </p:cNvPr>
          <p:cNvSpPr>
            <a:spLocks noGrp="1"/>
          </p:cNvSpPr>
          <p:nvPr>
            <p:ph type="pic" sz="quarter" idx="13"/>
          </p:nvPr>
        </p:nvSpPr>
        <p:spPr>
          <a:solidFill>
            <a:schemeClr val="bg1"/>
          </a:solidFill>
        </p:spPr>
        <p:txBody>
          <a:bodyPr/>
          <a:lstStyle/>
          <a:p>
            <a:endParaRPr lang="es-MX"/>
          </a:p>
        </p:txBody>
      </p:sp>
      <p:sp>
        <p:nvSpPr>
          <p:cNvPr id="44" name="Line 5">
            <a:extLst>
              <a:ext uri="{FF2B5EF4-FFF2-40B4-BE49-F238E27FC236}">
                <a16:creationId xmlns:a16="http://schemas.microsoft.com/office/drawing/2014/main" id="{29E1A0C5-273B-B952-B6FE-F85C0F7BED51}"/>
              </a:ext>
            </a:extLst>
          </p:cNvPr>
          <p:cNvSpPr>
            <a:spLocks noChangeShapeType="1"/>
          </p:cNvSpPr>
          <p:nvPr/>
        </p:nvSpPr>
        <p:spPr bwMode="auto">
          <a:xfrm>
            <a:off x="748577" y="-874184"/>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21899" tIns="60950" rIns="121899" bIns="60950" numCol="1" anchor="t" anchorCtr="0" compatLnSpc="1">
            <a:prstTxWarp prst="textNoShape">
              <a:avLst/>
            </a:prstTxWarp>
          </a:bodyPr>
          <a:lstStyle/>
          <a:p>
            <a:endParaRPr lang="en-US" sz="900">
              <a:latin typeface="Roboto Light" charset="0"/>
            </a:endParaRPr>
          </a:p>
        </p:txBody>
      </p:sp>
      <p:sp>
        <p:nvSpPr>
          <p:cNvPr id="45" name="Line 6">
            <a:extLst>
              <a:ext uri="{FF2B5EF4-FFF2-40B4-BE49-F238E27FC236}">
                <a16:creationId xmlns:a16="http://schemas.microsoft.com/office/drawing/2014/main" id="{EBD07369-1641-5479-51AD-E122FE090D2E}"/>
              </a:ext>
            </a:extLst>
          </p:cNvPr>
          <p:cNvSpPr>
            <a:spLocks noChangeShapeType="1"/>
          </p:cNvSpPr>
          <p:nvPr/>
        </p:nvSpPr>
        <p:spPr bwMode="auto">
          <a:xfrm>
            <a:off x="748577" y="-874184"/>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21899" tIns="60950" rIns="121899" bIns="60950" numCol="1" anchor="t" anchorCtr="0" compatLnSpc="1">
            <a:prstTxWarp prst="textNoShape">
              <a:avLst/>
            </a:prstTxWarp>
          </a:bodyPr>
          <a:lstStyle/>
          <a:p>
            <a:endParaRPr lang="en-US" sz="900">
              <a:latin typeface="Roboto Light" charset="0"/>
            </a:endParaRPr>
          </a:p>
        </p:txBody>
      </p:sp>
      <p:sp>
        <p:nvSpPr>
          <p:cNvPr id="190" name="Freeform 189">
            <a:extLst>
              <a:ext uri="{FF2B5EF4-FFF2-40B4-BE49-F238E27FC236}">
                <a16:creationId xmlns:a16="http://schemas.microsoft.com/office/drawing/2014/main" id="{61E67829-0C1D-F958-F8A5-BB5716B8786B}"/>
              </a:ext>
            </a:extLst>
          </p:cNvPr>
          <p:cNvSpPr/>
          <p:nvPr/>
        </p:nvSpPr>
        <p:spPr>
          <a:xfrm>
            <a:off x="4578032" y="-1690"/>
            <a:ext cx="7635241" cy="6859690"/>
          </a:xfrm>
          <a:custGeom>
            <a:avLst/>
            <a:gdLst>
              <a:gd name="connsiteX0" fmla="*/ 2483124 w 5460510"/>
              <a:gd name="connsiteY0" fmla="*/ 0 h 5143500"/>
              <a:gd name="connsiteX1" fmla="*/ 3448297 w 5460510"/>
              <a:gd name="connsiteY1" fmla="*/ 0 h 5143500"/>
              <a:gd name="connsiteX2" fmla="*/ 4717679 w 5460510"/>
              <a:gd name="connsiteY2" fmla="*/ 0 h 5143500"/>
              <a:gd name="connsiteX3" fmla="*/ 4741319 w 5460510"/>
              <a:gd name="connsiteY3" fmla="*/ 0 h 5143500"/>
              <a:gd name="connsiteX4" fmla="*/ 5318193 w 5460510"/>
              <a:gd name="connsiteY4" fmla="*/ 0 h 5143500"/>
              <a:gd name="connsiteX5" fmla="*/ 5460510 w 5460510"/>
              <a:gd name="connsiteY5" fmla="*/ 0 h 5143500"/>
              <a:gd name="connsiteX6" fmla="*/ 5460510 w 5460510"/>
              <a:gd name="connsiteY6" fmla="*/ 5143500 h 5143500"/>
              <a:gd name="connsiteX7" fmla="*/ 5318193 w 5460510"/>
              <a:gd name="connsiteY7" fmla="*/ 5143500 h 5143500"/>
              <a:gd name="connsiteX8" fmla="*/ 4741319 w 5460510"/>
              <a:gd name="connsiteY8" fmla="*/ 5143500 h 5143500"/>
              <a:gd name="connsiteX9" fmla="*/ 4717679 w 5460510"/>
              <a:gd name="connsiteY9" fmla="*/ 5143500 h 5143500"/>
              <a:gd name="connsiteX10" fmla="*/ 3448297 w 5460510"/>
              <a:gd name="connsiteY10" fmla="*/ 5143500 h 5143500"/>
              <a:gd name="connsiteX11" fmla="*/ 0 w 5460510"/>
              <a:gd name="connsiteY11"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60510" h="5143500">
                <a:moveTo>
                  <a:pt x="2483124" y="0"/>
                </a:moveTo>
                <a:lnTo>
                  <a:pt x="3448297" y="0"/>
                </a:lnTo>
                <a:lnTo>
                  <a:pt x="4717679" y="0"/>
                </a:lnTo>
                <a:lnTo>
                  <a:pt x="4741319" y="0"/>
                </a:lnTo>
                <a:lnTo>
                  <a:pt x="5318193" y="0"/>
                </a:lnTo>
                <a:lnTo>
                  <a:pt x="5460510" y="0"/>
                </a:lnTo>
                <a:lnTo>
                  <a:pt x="5460510" y="5143500"/>
                </a:lnTo>
                <a:lnTo>
                  <a:pt x="5318193" y="5143500"/>
                </a:lnTo>
                <a:lnTo>
                  <a:pt x="4741319" y="5143500"/>
                </a:lnTo>
                <a:lnTo>
                  <a:pt x="4717679" y="5143500"/>
                </a:lnTo>
                <a:lnTo>
                  <a:pt x="3448297" y="5143500"/>
                </a:lnTo>
                <a:lnTo>
                  <a:pt x="0" y="5143500"/>
                </a:lnTo>
                <a:close/>
              </a:path>
            </a:pathLst>
          </a:custGeom>
          <a:solidFill>
            <a:srgbClr val="FFEC00"/>
          </a:solidFill>
          <a:ln>
            <a:noFill/>
          </a:ln>
        </p:spPr>
        <p:txBody>
          <a:bodyPr/>
          <a:lstStyle/>
          <a:p>
            <a:pPr defTabSz="914217"/>
            <a:endParaRPr lang="en-US">
              <a:solidFill>
                <a:srgbClr val="91969B"/>
              </a:solidFill>
              <a:latin typeface="Calibri Light"/>
            </a:endParaRPr>
          </a:p>
        </p:txBody>
      </p:sp>
      <p:sp>
        <p:nvSpPr>
          <p:cNvPr id="10" name="CuadroTexto 1">
            <a:extLst>
              <a:ext uri="{FF2B5EF4-FFF2-40B4-BE49-F238E27FC236}">
                <a16:creationId xmlns:a16="http://schemas.microsoft.com/office/drawing/2014/main" id="{6F7FC07C-D82A-C55D-584B-983AF1F095D7}"/>
              </a:ext>
            </a:extLst>
          </p:cNvPr>
          <p:cNvSpPr txBox="1"/>
          <p:nvPr/>
        </p:nvSpPr>
        <p:spPr>
          <a:xfrm>
            <a:off x="1845269" y="1293730"/>
            <a:ext cx="2228495" cy="3770263"/>
          </a:xfrm>
          <a:prstGeom prst="rect">
            <a:avLst/>
          </a:prstGeom>
          <a:noFill/>
        </p:spPr>
        <p:txBody>
          <a:bodyPr wrap="none" rtlCol="0">
            <a:spAutoFit/>
          </a:bodyPr>
          <a:lstStyle/>
          <a:p>
            <a:r>
              <a:rPr lang="es-ES" sz="23900" dirty="0">
                <a:solidFill>
                  <a:schemeClr val="bg1">
                    <a:lumMod val="50000"/>
                  </a:schemeClr>
                </a:solidFill>
                <a:latin typeface="Arial Black"/>
                <a:cs typeface="Arial Black"/>
              </a:rPr>
              <a:t>1</a:t>
            </a:r>
          </a:p>
        </p:txBody>
      </p:sp>
      <p:sp>
        <p:nvSpPr>
          <p:cNvPr id="11" name="CuadroTexto 5">
            <a:extLst>
              <a:ext uri="{FF2B5EF4-FFF2-40B4-BE49-F238E27FC236}">
                <a16:creationId xmlns:a16="http://schemas.microsoft.com/office/drawing/2014/main" id="{5FBE13A9-2584-78D1-41A1-9CF1C9A04A8E}"/>
              </a:ext>
            </a:extLst>
          </p:cNvPr>
          <p:cNvSpPr txBox="1"/>
          <p:nvPr/>
        </p:nvSpPr>
        <p:spPr>
          <a:xfrm>
            <a:off x="7200900" y="2696561"/>
            <a:ext cx="4648199" cy="646331"/>
          </a:xfrm>
          <a:prstGeom prst="rect">
            <a:avLst/>
          </a:prstGeom>
          <a:noFill/>
        </p:spPr>
        <p:txBody>
          <a:bodyPr wrap="square" rtlCol="0">
            <a:spAutoFit/>
          </a:bodyPr>
          <a:lstStyle/>
          <a:p>
            <a:r>
              <a:rPr lang="es-ES_tradnl" sz="3600" b="1" dirty="0">
                <a:solidFill>
                  <a:schemeClr val="bg2">
                    <a:lumMod val="10000"/>
                  </a:schemeClr>
                </a:solidFill>
                <a:cs typeface="Calibri"/>
              </a:rPr>
              <a:t>Supervivencia</a:t>
            </a:r>
          </a:p>
        </p:txBody>
      </p:sp>
      <p:sp>
        <p:nvSpPr>
          <p:cNvPr id="8" name="CuadroTexto 7">
            <a:extLst>
              <a:ext uri="{FF2B5EF4-FFF2-40B4-BE49-F238E27FC236}">
                <a16:creationId xmlns:a16="http://schemas.microsoft.com/office/drawing/2014/main" id="{36DD6650-93A2-A8EA-BCCF-2D3EC72563DC}"/>
              </a:ext>
            </a:extLst>
          </p:cNvPr>
          <p:cNvSpPr txBox="1"/>
          <p:nvPr/>
        </p:nvSpPr>
        <p:spPr>
          <a:xfrm>
            <a:off x="9834933" y="-34394"/>
            <a:ext cx="2574075" cy="5232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 Dr. Juan Baldemar Garza V</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s-MX" sz="1400" b="0" i="0" u="none" strike="noStrike" kern="0" cap="none" spc="0" normalizeH="0" baseline="0" noProof="0" dirty="0">
                <a:ln>
                  <a:noFill/>
                </a:ln>
                <a:solidFill>
                  <a:schemeClr val="bg1">
                    <a:lumMod val="50000"/>
                  </a:schemeClr>
                </a:solidFill>
                <a:effectLst/>
                <a:uLnTx/>
                <a:uFillTx/>
              </a:rPr>
              <a:t>Derechos reservados 2025</a:t>
            </a:r>
          </a:p>
        </p:txBody>
      </p:sp>
    </p:spTree>
    <p:extLst>
      <p:ext uri="{BB962C8B-B14F-4D97-AF65-F5344CB8AC3E}">
        <p14:creationId xmlns:p14="http://schemas.microsoft.com/office/powerpoint/2010/main" val="3382802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47D6985-6C7E-33CF-E382-B9D10E2FD13B}"/>
              </a:ext>
            </a:extLst>
          </p:cNvPr>
          <p:cNvSpPr txBox="1"/>
          <p:nvPr/>
        </p:nvSpPr>
        <p:spPr>
          <a:xfrm>
            <a:off x="1009185" y="1177218"/>
            <a:ext cx="10515600" cy="4247317"/>
          </a:xfrm>
          <a:prstGeom prst="rect">
            <a:avLst/>
          </a:prstGeom>
          <a:noFill/>
        </p:spPr>
        <p:txBody>
          <a:bodyPr wrap="square">
            <a:spAutoFit/>
          </a:bodyPr>
          <a:lstStyle/>
          <a:p>
            <a:r>
              <a:rPr lang="es-MX" b="1" dirty="0"/>
              <a:t>Contexto</a:t>
            </a:r>
          </a:p>
          <a:p>
            <a:endParaRPr lang="es-MX" dirty="0"/>
          </a:p>
          <a:p>
            <a:r>
              <a:rPr lang="es-ES" dirty="0"/>
              <a:t>El análisis de supervivencia se utiliza para analizar o predecir cuándo es probable que suceda un evento.</a:t>
            </a:r>
            <a:endParaRPr lang="es-MX" dirty="0"/>
          </a:p>
          <a:p>
            <a:endParaRPr lang="es-MX" dirty="0"/>
          </a:p>
          <a:p>
            <a:r>
              <a:rPr lang="es-MX" dirty="0"/>
              <a:t>Orígenes en el ámbito médico, en los llamados estudios de mortalidad, cuyo objetivo era predecir el tiempo que un paciente con una enfermedad terminal podría mantenerse con vida, pudiendo estudiarse también el posible efecto de distintos tratamientos. </a:t>
            </a:r>
          </a:p>
          <a:p>
            <a:endParaRPr lang="es-MX" dirty="0"/>
          </a:p>
          <a:p>
            <a:r>
              <a:rPr lang="es-MX" dirty="0"/>
              <a:t>Hoy en día se utiliza en contextos tan variados como el militar, la ingeniería, la industria, la psicología o la economía. </a:t>
            </a:r>
          </a:p>
          <a:p>
            <a:endParaRPr lang="es-MX" dirty="0"/>
          </a:p>
          <a:p>
            <a:r>
              <a:rPr lang="es-MX" dirty="0"/>
              <a:t>Gracias a su utilización los investigadores pueden estimar para intervalos de tiempo determinados la probabilidad que tiene un paciente de recaer de una determinada patología, de que se produzca el alta médica o el tiempo que va a tardar en ser eficaz un tratamiento…; cualquier evento que nos interese modelizar y/o pronosticar. </a:t>
            </a:r>
          </a:p>
        </p:txBody>
      </p:sp>
    </p:spTree>
    <p:extLst>
      <p:ext uri="{BB962C8B-B14F-4D97-AF65-F5344CB8AC3E}">
        <p14:creationId xmlns:p14="http://schemas.microsoft.com/office/powerpoint/2010/main" val="1671852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1C6415F-ECC4-44E3-8F62-4970D4719A29}"/>
              </a:ext>
            </a:extLst>
          </p:cNvPr>
          <p:cNvSpPr txBox="1"/>
          <p:nvPr/>
        </p:nvSpPr>
        <p:spPr>
          <a:xfrm>
            <a:off x="624114" y="1308970"/>
            <a:ext cx="10813143" cy="4247317"/>
          </a:xfrm>
          <a:prstGeom prst="rect">
            <a:avLst/>
          </a:prstGeom>
          <a:noFill/>
        </p:spPr>
        <p:txBody>
          <a:bodyPr wrap="square">
            <a:spAutoFit/>
          </a:bodyPr>
          <a:lstStyle/>
          <a:p>
            <a:r>
              <a:rPr lang="es-ES" b="1" dirty="0"/>
              <a:t>Introducción</a:t>
            </a:r>
          </a:p>
          <a:p>
            <a:endParaRPr lang="es-ES" dirty="0"/>
          </a:p>
          <a:p>
            <a:r>
              <a:rPr lang="es-ES" dirty="0"/>
              <a:t>Su uso actual se ha expandido enormemente a muchos campos diferentes. </a:t>
            </a:r>
          </a:p>
          <a:p>
            <a:endParaRPr lang="es-ES" dirty="0"/>
          </a:p>
          <a:p>
            <a:r>
              <a:rPr lang="es-ES" b="1" dirty="0"/>
              <a:t>Por ejemplo:</a:t>
            </a:r>
          </a:p>
          <a:p>
            <a:endParaRPr lang="es-ES" dirty="0"/>
          </a:p>
          <a:p>
            <a:pPr marL="285750" indent="-285750">
              <a:buFont typeface="Arial" panose="020B0604020202020204" pitchFamily="34" charset="0"/>
              <a:buChar char="•"/>
            </a:pPr>
            <a:r>
              <a:rPr lang="es-ES" dirty="0"/>
              <a:t>Los bancos, los prestamistas y otras instituciones financieras lo utilizan para calcular la velocidad de pago de los préstamos o cuándo un prestatario incumplirá.</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Las empresas lo adoptan para calcular el LTV – </a:t>
            </a:r>
            <a:r>
              <a:rPr lang="es-ES" dirty="0" err="1"/>
              <a:t>Life</a:t>
            </a:r>
            <a:r>
              <a:rPr lang="es-ES" dirty="0"/>
              <a:t> Time </a:t>
            </a:r>
            <a:r>
              <a:rPr lang="es-ES" dirty="0" err="1"/>
              <a:t>Value</a:t>
            </a:r>
            <a:r>
              <a:rPr lang="es-ES" dirty="0"/>
              <a:t> (valor de por vida) de sus clientes o cuándo un cliente abandonará.</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Las empresas lo usan para predecir cuándo los empleados decidirán irse.</a:t>
            </a:r>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r>
              <a:rPr lang="es-ES" dirty="0"/>
              <a:t>Los ingenieros/fabricantes lo aplican para predecir cuándo se romperá una máquina</a:t>
            </a:r>
            <a:endParaRPr lang="es-MX" dirty="0"/>
          </a:p>
        </p:txBody>
      </p:sp>
    </p:spTree>
    <p:extLst>
      <p:ext uri="{BB962C8B-B14F-4D97-AF65-F5344CB8AC3E}">
        <p14:creationId xmlns:p14="http://schemas.microsoft.com/office/powerpoint/2010/main" val="3989008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9270A92-4D24-7637-F288-9EE086F335C2}"/>
              </a:ext>
            </a:extLst>
          </p:cNvPr>
          <p:cNvSpPr txBox="1"/>
          <p:nvPr/>
        </p:nvSpPr>
        <p:spPr>
          <a:xfrm>
            <a:off x="150541" y="1585129"/>
            <a:ext cx="11396547" cy="2862322"/>
          </a:xfrm>
          <a:prstGeom prst="rect">
            <a:avLst/>
          </a:prstGeom>
          <a:noFill/>
        </p:spPr>
        <p:txBody>
          <a:bodyPr wrap="square">
            <a:spAutoFit/>
          </a:bodyPr>
          <a:lstStyle/>
          <a:p>
            <a:r>
              <a:rPr lang="es-MX" dirty="0"/>
              <a:t>La censura en el análisis de supervivencia se refiere a la situación en la que no se conoce el tiempo de supervivencia exacto de un individuo. </a:t>
            </a:r>
          </a:p>
          <a:p>
            <a:endParaRPr lang="es-MX" dirty="0"/>
          </a:p>
          <a:p>
            <a:r>
              <a:rPr lang="es-MX" dirty="0"/>
              <a:t>Esto puede ocurrir por varias razones, como cuando el individuo no experimenta el evento terminal durante el estudio o cuando se pierde el seguimiento del individuo.</a:t>
            </a:r>
          </a:p>
          <a:p>
            <a:endParaRPr lang="es-MX" dirty="0"/>
          </a:p>
          <a:p>
            <a:r>
              <a:rPr lang="es-MX" dirty="0"/>
              <a:t>La censura es un concepto importante en el análisis de supervivencia porque las observaciones censuradas son sujetos que mueren por causas distintas a la enfermedad de interés o se pierden durante el seguimiento. </a:t>
            </a:r>
          </a:p>
          <a:p>
            <a:endParaRPr lang="es-MX" dirty="0"/>
          </a:p>
          <a:p>
            <a:r>
              <a:rPr lang="es-MX" dirty="0"/>
              <a:t>Ignorar estas observaciones censuradas puede resultar en la pérdida de información valiosa sobre la supervivencia.</a:t>
            </a:r>
          </a:p>
        </p:txBody>
      </p:sp>
      <p:sp>
        <p:nvSpPr>
          <p:cNvPr id="7" name="CuadroTexto 6">
            <a:extLst>
              <a:ext uri="{FF2B5EF4-FFF2-40B4-BE49-F238E27FC236}">
                <a16:creationId xmlns:a16="http://schemas.microsoft.com/office/drawing/2014/main" id="{C37C4EEF-9986-7F62-6589-6F081B3FDD2A}"/>
              </a:ext>
            </a:extLst>
          </p:cNvPr>
          <p:cNvSpPr txBox="1"/>
          <p:nvPr/>
        </p:nvSpPr>
        <p:spPr>
          <a:xfrm>
            <a:off x="203509" y="1055907"/>
            <a:ext cx="6172200" cy="369332"/>
          </a:xfrm>
          <a:prstGeom prst="rect">
            <a:avLst/>
          </a:prstGeom>
          <a:noFill/>
        </p:spPr>
        <p:txBody>
          <a:bodyPr wrap="square">
            <a:spAutoFit/>
          </a:bodyPr>
          <a:lstStyle/>
          <a:p>
            <a:r>
              <a:rPr lang="es-ES" b="1" dirty="0"/>
              <a:t>Censura</a:t>
            </a:r>
          </a:p>
        </p:txBody>
      </p:sp>
    </p:spTree>
    <p:extLst>
      <p:ext uri="{BB962C8B-B14F-4D97-AF65-F5344CB8AC3E}">
        <p14:creationId xmlns:p14="http://schemas.microsoft.com/office/powerpoint/2010/main" val="233597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42080AA-4EFB-4BED-8796-160088F4860D}"/>
              </a:ext>
            </a:extLst>
          </p:cNvPr>
          <p:cNvSpPr txBox="1"/>
          <p:nvPr/>
        </p:nvSpPr>
        <p:spPr>
          <a:xfrm>
            <a:off x="943428" y="1492240"/>
            <a:ext cx="10305143" cy="2862322"/>
          </a:xfrm>
          <a:prstGeom prst="rect">
            <a:avLst/>
          </a:prstGeom>
          <a:noFill/>
        </p:spPr>
        <p:txBody>
          <a:bodyPr wrap="square">
            <a:spAutoFit/>
          </a:bodyPr>
          <a:lstStyle/>
          <a:p>
            <a:r>
              <a:rPr lang="es-ES" dirty="0"/>
              <a:t>Censura: ¿por qué no se pueden utilizar modelos de regresión?</a:t>
            </a:r>
          </a:p>
          <a:p>
            <a:endParaRPr lang="es-ES" dirty="0"/>
          </a:p>
          <a:p>
            <a:r>
              <a:rPr lang="es-ES" dirty="0"/>
              <a:t>La verdadera fortaleza de </a:t>
            </a:r>
            <a:r>
              <a:rPr lang="es-ES" dirty="0" err="1"/>
              <a:t>Survival</a:t>
            </a:r>
            <a:r>
              <a:rPr lang="es-ES" dirty="0"/>
              <a:t> </a:t>
            </a:r>
            <a:r>
              <a:rPr lang="es-ES" dirty="0" err="1"/>
              <a:t>Analysis</a:t>
            </a:r>
            <a:r>
              <a:rPr lang="es-ES" dirty="0"/>
              <a:t> es su capacidad para manejar situaciones cuando el evento aún no ha ocurrido. Para ilustrar esto, tomemos el ejemplo de dos clientes de una empresa y sigamos su estado activo/abandono entre enero de 2018 y abril de 2018:</a:t>
            </a:r>
          </a:p>
          <a:p>
            <a:endParaRPr lang="es-ES" dirty="0"/>
          </a:p>
          <a:p>
            <a:r>
              <a:rPr lang="es-ES" dirty="0"/>
              <a:t>El cliente A comenzó a hacer negocios antes de la ventana de tiempo y, a partir de abril de 2018, sigue siendo cliente de la empresa.</a:t>
            </a:r>
          </a:p>
          <a:p>
            <a:endParaRPr lang="es-ES" dirty="0"/>
          </a:p>
          <a:p>
            <a:r>
              <a:rPr lang="es-ES" dirty="0"/>
              <a:t>El cliente B también comenzó a hacer negocios antes de enero de 2018, pero abandonó en marzo de 2018</a:t>
            </a:r>
            <a:endParaRPr lang="es-MX" dirty="0"/>
          </a:p>
        </p:txBody>
      </p:sp>
    </p:spTree>
    <p:extLst>
      <p:ext uri="{BB962C8B-B14F-4D97-AF65-F5344CB8AC3E}">
        <p14:creationId xmlns:p14="http://schemas.microsoft.com/office/powerpoint/2010/main" val="2156723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22488C69-429D-4992-8151-E8387D2A23D1}"/>
              </a:ext>
            </a:extLst>
          </p:cNvPr>
          <p:cNvPicPr>
            <a:picLocks noChangeAspect="1"/>
          </p:cNvPicPr>
          <p:nvPr/>
        </p:nvPicPr>
        <p:blipFill rotWithShape="1">
          <a:blip r:embed="rId2"/>
          <a:srcRect l="33197" t="22282" r="33975" b="40323"/>
          <a:stretch/>
        </p:blipFill>
        <p:spPr>
          <a:xfrm>
            <a:off x="3794890" y="865682"/>
            <a:ext cx="4002374" cy="2563318"/>
          </a:xfrm>
          <a:prstGeom prst="rect">
            <a:avLst/>
          </a:prstGeom>
        </p:spPr>
      </p:pic>
      <p:sp>
        <p:nvSpPr>
          <p:cNvPr id="5" name="CuadroTexto 4">
            <a:extLst>
              <a:ext uri="{FF2B5EF4-FFF2-40B4-BE49-F238E27FC236}">
                <a16:creationId xmlns:a16="http://schemas.microsoft.com/office/drawing/2014/main" id="{9174A9C2-4EAB-44E9-A4C3-DD522C1AA3F8}"/>
              </a:ext>
            </a:extLst>
          </p:cNvPr>
          <p:cNvSpPr txBox="1"/>
          <p:nvPr/>
        </p:nvSpPr>
        <p:spPr>
          <a:xfrm>
            <a:off x="319314" y="3583248"/>
            <a:ext cx="11553371" cy="2585323"/>
          </a:xfrm>
          <a:prstGeom prst="rect">
            <a:avLst/>
          </a:prstGeom>
          <a:noFill/>
        </p:spPr>
        <p:txBody>
          <a:bodyPr wrap="square">
            <a:spAutoFit/>
          </a:bodyPr>
          <a:lstStyle/>
          <a:p>
            <a:r>
              <a:rPr lang="es-ES" dirty="0"/>
              <a:t>Aquí, tenemos una descripción explícita del evento para el cliente B. Sin embargo, no tenemos información sobre el cliente A, excepto que aún no se ha batido al final de la ventana de tiempo de enero de 2018 a abril de 2018. Esta situación se llama censura .</a:t>
            </a:r>
          </a:p>
          <a:p>
            <a:endParaRPr lang="es-ES" dirty="0"/>
          </a:p>
          <a:p>
            <a:r>
              <a:rPr lang="es-ES" dirty="0"/>
              <a:t>Uno podría verse tentado a usar un modelo de regresión para predecir cuándo es probable que sucedan los eventos. Pero para hacer eso, sería necesario ignorar las muestras censuradas, lo que resultaría en una pérdida de información importante. Afortunadamente, los modelos de </a:t>
            </a:r>
            <a:r>
              <a:rPr lang="es-ES" dirty="0" err="1"/>
              <a:t>Survival</a:t>
            </a:r>
            <a:r>
              <a:rPr lang="es-ES" dirty="0"/>
              <a:t> pueden tener en cuenta la censura e incorporar esta incertidumbre, de modo que en lugar de predecir el momento del evento, estamos prediciendo la probabilidad de que un evento suceda en un momento determinado .</a:t>
            </a:r>
            <a:endParaRPr lang="es-MX" dirty="0"/>
          </a:p>
        </p:txBody>
      </p:sp>
    </p:spTree>
    <p:extLst>
      <p:ext uri="{BB962C8B-B14F-4D97-AF65-F5344CB8AC3E}">
        <p14:creationId xmlns:p14="http://schemas.microsoft.com/office/powerpoint/2010/main" val="3387087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8AA8EBA-2061-AC37-4A3C-E93101603259}"/>
              </a:ext>
            </a:extLst>
          </p:cNvPr>
          <p:cNvSpPr txBox="1"/>
          <p:nvPr/>
        </p:nvSpPr>
        <p:spPr>
          <a:xfrm>
            <a:off x="620751" y="1477641"/>
            <a:ext cx="10950498" cy="3693319"/>
          </a:xfrm>
          <a:prstGeom prst="rect">
            <a:avLst/>
          </a:prstGeom>
          <a:noFill/>
        </p:spPr>
        <p:txBody>
          <a:bodyPr wrap="square">
            <a:spAutoFit/>
          </a:bodyPr>
          <a:lstStyle/>
          <a:p>
            <a:r>
              <a:rPr lang="es-MX" b="1" dirty="0"/>
              <a:t>Tenemos que: </a:t>
            </a:r>
          </a:p>
          <a:p>
            <a:endParaRPr lang="es-MX" dirty="0"/>
          </a:p>
          <a:p>
            <a:r>
              <a:rPr lang="es-MX" dirty="0" err="1"/>
              <a:t>Pk</a:t>
            </a:r>
            <a:r>
              <a:rPr lang="es-MX" dirty="0"/>
              <a:t> es la probabilidad de sobrevivir el k-</a:t>
            </a:r>
            <a:r>
              <a:rPr lang="es-MX" dirty="0" err="1"/>
              <a:t>ésimo</a:t>
            </a:r>
            <a:r>
              <a:rPr lang="es-MX" dirty="0"/>
              <a:t> mes </a:t>
            </a:r>
          </a:p>
          <a:p>
            <a:endParaRPr lang="es-MX" dirty="0"/>
          </a:p>
          <a:p>
            <a:r>
              <a:rPr lang="es-MX" dirty="0"/>
              <a:t>r k es el número de casos en riesgo, es decir, que aun no han recaído justo antes del k-</a:t>
            </a:r>
            <a:r>
              <a:rPr lang="es-MX" dirty="0" err="1"/>
              <a:t>ésimo</a:t>
            </a:r>
            <a:r>
              <a:rPr lang="es-MX" dirty="0"/>
              <a:t> mes </a:t>
            </a:r>
          </a:p>
          <a:p>
            <a:endParaRPr lang="es-MX" dirty="0"/>
          </a:p>
          <a:p>
            <a:r>
              <a:rPr lang="es-MX" dirty="0"/>
              <a:t>f k es el número de eventos registrados el día k </a:t>
            </a:r>
          </a:p>
          <a:p>
            <a:endParaRPr lang="es-MX" dirty="0"/>
          </a:p>
          <a:p>
            <a:r>
              <a:rPr lang="es-MX" dirty="0"/>
              <a:t>Por lo que se podría estimar </a:t>
            </a:r>
            <a:r>
              <a:rPr lang="es-MX" dirty="0" err="1"/>
              <a:t>Pk</a:t>
            </a:r>
            <a:r>
              <a:rPr lang="es-MX" dirty="0"/>
              <a:t> a partir de la siguiente </a:t>
            </a:r>
          </a:p>
          <a:p>
            <a:endParaRPr lang="es-MX" dirty="0"/>
          </a:p>
          <a:p>
            <a:r>
              <a:rPr lang="es-MX" b="1" dirty="0"/>
              <a:t>FÓRMULA:</a:t>
            </a:r>
          </a:p>
          <a:p>
            <a:endParaRPr lang="es-MX" dirty="0"/>
          </a:p>
          <a:p>
            <a:r>
              <a:rPr lang="es-MX" dirty="0" err="1"/>
              <a:t>Pk</a:t>
            </a:r>
            <a:r>
              <a:rPr lang="es-MX" dirty="0"/>
              <a:t> = Pk-1 [(</a:t>
            </a:r>
            <a:r>
              <a:rPr lang="es-MX" dirty="0" err="1"/>
              <a:t>rk</a:t>
            </a:r>
            <a:r>
              <a:rPr lang="es-MX" dirty="0"/>
              <a:t> - f k )/ </a:t>
            </a:r>
            <a:r>
              <a:rPr lang="es-MX" dirty="0" err="1"/>
              <a:t>rk</a:t>
            </a:r>
            <a:r>
              <a:rPr lang="es-MX" dirty="0"/>
              <a:t> ]</a:t>
            </a:r>
          </a:p>
        </p:txBody>
      </p:sp>
    </p:spTree>
    <p:extLst>
      <p:ext uri="{BB962C8B-B14F-4D97-AF65-F5344CB8AC3E}">
        <p14:creationId xmlns:p14="http://schemas.microsoft.com/office/powerpoint/2010/main" val="391004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147A9-3133-4B3F-9069-943A69E046EF}"/>
              </a:ext>
            </a:extLst>
          </p:cNvPr>
          <p:cNvSpPr txBox="1">
            <a:spLocks/>
          </p:cNvSpPr>
          <p:nvPr/>
        </p:nvSpPr>
        <p:spPr>
          <a:xfrm>
            <a:off x="304846" y="1857082"/>
            <a:ext cx="4444917" cy="258331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700" b="1" i="0" u="none" strike="noStrike" kern="1200" cap="none" spc="0" normalizeH="0" baseline="0" noProof="0" dirty="0" err="1">
                <a:ln>
                  <a:noFill/>
                </a:ln>
                <a:solidFill>
                  <a:prstClr val="black"/>
                </a:solidFill>
                <a:effectLst/>
                <a:uLnTx/>
                <a:uFillTx/>
                <a:latin typeface="Calibri"/>
                <a:ea typeface="+mn-ea"/>
                <a:cs typeface="+mn-cs"/>
              </a:rPr>
              <a:t>Objetivo</a:t>
            </a:r>
            <a:endParaRPr kumimoji="0" lang="en-US" sz="170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800" b="1" i="0" u="none" strike="noStrike" kern="1200" cap="none" spc="0" normalizeH="0" baseline="0" noProof="0" dirty="0">
              <a:ln>
                <a:noFill/>
              </a:ln>
              <a:solidFill>
                <a:prstClr val="black"/>
              </a:solidFill>
              <a:effectLst/>
              <a:uLnTx/>
              <a:uFillTx/>
              <a:latin typeface="Calibri"/>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s-MX" sz="1600" b="0" i="0" u="none" strike="noStrike" kern="1200" cap="none" spc="0" normalizeH="0" baseline="0" noProof="0" dirty="0">
                <a:ln>
                  <a:noFill/>
                </a:ln>
                <a:solidFill>
                  <a:prstClr val="black"/>
                </a:solidFill>
                <a:effectLst/>
                <a:uLnTx/>
                <a:uFillTx/>
                <a:latin typeface="Calibri"/>
                <a:ea typeface="+mn-ea"/>
                <a:cs typeface="+mn-cs"/>
              </a:rPr>
              <a:t>Calcular el ciclo de vida de un empleado</a:t>
            </a:r>
            <a:endParaRPr kumimoji="0" lang="en-US" sz="16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700" b="1" i="0" u="none" strike="noStrike" kern="1200" cap="none" spc="0" normalizeH="0" baseline="0" noProof="0" dirty="0" err="1">
                <a:ln>
                  <a:noFill/>
                </a:ln>
                <a:solidFill>
                  <a:prstClr val="black"/>
                </a:solidFill>
                <a:effectLst/>
                <a:uLnTx/>
                <a:uFillTx/>
                <a:latin typeface="Calibri"/>
                <a:ea typeface="+mn-ea"/>
                <a:cs typeface="+mn-cs"/>
              </a:rPr>
              <a:t>Problemas</a:t>
            </a:r>
            <a:r>
              <a:rPr kumimoji="0" lang="en-US" sz="1700" b="1" i="0" u="none" strike="noStrike" kern="1200" cap="none" spc="0" normalizeH="0" baseline="0" noProof="0" dirty="0">
                <a:ln>
                  <a:noFill/>
                </a:ln>
                <a:solidFill>
                  <a:prstClr val="black"/>
                </a:solidFill>
                <a:effectLst/>
                <a:uLnTx/>
                <a:uFillTx/>
                <a:latin typeface="Calibri"/>
                <a:ea typeface="+mn-ea"/>
                <a:cs typeface="+mn-cs"/>
              </a:rPr>
              <a:t> clave</a:t>
            </a:r>
          </a:p>
          <a:p>
            <a:pPr marL="800100" marR="0" lvl="1" indent="-342900" algn="l" defTabSz="914400" rtl="0" eaLnBrk="1" fontAlgn="auto" latinLnBrk="0" hangingPunct="1">
              <a:lnSpc>
                <a:spcPct val="90000"/>
              </a:lnSpc>
              <a:spcBef>
                <a:spcPts val="500"/>
              </a:spcBef>
              <a:spcAft>
                <a:spcPts val="0"/>
              </a:spcAft>
              <a:buClrTx/>
              <a:buSzTx/>
              <a:buFont typeface="Arial"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Alta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rotación</a:t>
            </a:r>
            <a:r>
              <a:rPr kumimoji="0" lang="en-US" sz="1200" b="0" i="0" u="none" strike="noStrike" kern="1200" cap="none" spc="0" normalizeH="0" baseline="0" noProof="0" dirty="0">
                <a:ln>
                  <a:noFill/>
                </a:ln>
                <a:solidFill>
                  <a:prstClr val="black"/>
                </a:solidFill>
                <a:effectLst/>
                <a:uLnTx/>
                <a:uFillTx/>
                <a:latin typeface="Calibri"/>
                <a:ea typeface="+mn-ea"/>
                <a:cs typeface="+mn-cs"/>
              </a:rPr>
              <a:t> /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fuga</a:t>
            </a:r>
            <a:r>
              <a:rPr kumimoji="0" lang="en-US" sz="1200" b="0" i="0" u="none" strike="noStrike" kern="1200" cap="none" spc="0" normalizeH="0" baseline="0" noProof="0" dirty="0">
                <a:ln>
                  <a:noFill/>
                </a:ln>
                <a:solidFill>
                  <a:prstClr val="black"/>
                </a:solidFill>
                <a:effectLst/>
                <a:uLnTx/>
                <a:uFillTx/>
                <a:latin typeface="Calibri"/>
                <a:ea typeface="+mn-ea"/>
                <a:cs typeface="+mn-cs"/>
              </a:rPr>
              <a:t> de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talento</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800100" marR="0" lvl="1" indent="-342900" algn="l" defTabSz="914400" rtl="0" eaLnBrk="1" fontAlgn="auto" latinLnBrk="0" hangingPunct="1">
              <a:lnSpc>
                <a:spcPct val="90000"/>
              </a:lnSpc>
              <a:spcBef>
                <a:spcPts val="500"/>
              </a:spcBef>
              <a:spcAft>
                <a:spcPts val="0"/>
              </a:spcAft>
              <a:buClrTx/>
              <a:buSzTx/>
              <a:buFont typeface="Arial" charset="0"/>
              <a:buChar char="•"/>
              <a:tabLst/>
              <a:defRPr/>
            </a:pPr>
            <a:r>
              <a:rPr kumimoji="0" lang="en-US" sz="1200" b="0" i="0" u="none" strike="noStrike" kern="1200" cap="none" spc="0" normalizeH="0" baseline="0" noProof="0" dirty="0" err="1">
                <a:ln>
                  <a:noFill/>
                </a:ln>
                <a:solidFill>
                  <a:prstClr val="black"/>
                </a:solidFill>
                <a:effectLst/>
                <a:uLnTx/>
                <a:uFillTx/>
                <a:latin typeface="Calibri"/>
                <a:ea typeface="+mn-ea"/>
                <a:cs typeface="+mn-cs"/>
              </a:rPr>
              <a:t>Costos</a:t>
            </a:r>
            <a:r>
              <a:rPr kumimoji="0" lang="en-US" sz="1200" b="0" i="0" u="none" strike="noStrike" kern="1200" cap="none" spc="0" normalizeH="0" baseline="0" noProof="0" dirty="0">
                <a:ln>
                  <a:noFill/>
                </a:ln>
                <a:solidFill>
                  <a:prstClr val="black"/>
                </a:solidFill>
                <a:effectLst/>
                <a:uLnTx/>
                <a:uFillTx/>
                <a:latin typeface="Calibri"/>
                <a:ea typeface="+mn-ea"/>
                <a:cs typeface="+mn-cs"/>
              </a:rPr>
              <a:t> de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incorporación</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800100" marR="0" lvl="1" indent="-342900" algn="l" defTabSz="914400" rtl="0" eaLnBrk="1" fontAlgn="auto" latinLnBrk="0" hangingPunct="1">
              <a:lnSpc>
                <a:spcPct val="90000"/>
              </a:lnSpc>
              <a:spcBef>
                <a:spcPts val="500"/>
              </a:spcBef>
              <a:spcAft>
                <a:spcPts val="0"/>
              </a:spcAft>
              <a:buClrTx/>
              <a:buSzTx/>
              <a:buFont typeface="Arial"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Baja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productividad</a:t>
            </a: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800100" marR="0" lvl="1" indent="-342900" algn="l" defTabSz="914400" rtl="0" eaLnBrk="1" fontAlgn="auto" latinLnBrk="0" hangingPunct="1">
              <a:lnSpc>
                <a:spcPct val="90000"/>
              </a:lnSpc>
              <a:spcBef>
                <a:spcPts val="500"/>
              </a:spcBef>
              <a:spcAft>
                <a:spcPts val="0"/>
              </a:spcAft>
              <a:buClrTx/>
              <a:buSzTx/>
              <a:buFont typeface="Arial" charset="0"/>
              <a:buChar char="•"/>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Falta de </a:t>
            </a:r>
            <a:r>
              <a:rPr kumimoji="0" lang="en-US" sz="1200" b="0" i="0" u="none" strike="noStrike" kern="1200" cap="none" spc="0" normalizeH="0" baseline="0" noProof="0" dirty="0" err="1">
                <a:ln>
                  <a:noFill/>
                </a:ln>
                <a:solidFill>
                  <a:prstClr val="black"/>
                </a:solidFill>
                <a:effectLst/>
                <a:uLnTx/>
                <a:uFillTx/>
                <a:latin typeface="Calibri"/>
                <a:ea typeface="+mn-ea"/>
                <a:cs typeface="+mn-cs"/>
              </a:rPr>
              <a:t>satisfacción</a:t>
            </a:r>
            <a:r>
              <a:rPr kumimoji="0" lang="en-US" sz="1200" b="0" i="0" u="none" strike="noStrike" kern="1200" cap="none" spc="0" normalizeH="0" baseline="0" noProof="0" dirty="0">
                <a:ln>
                  <a:noFill/>
                </a:ln>
                <a:solidFill>
                  <a:prstClr val="black"/>
                </a:solidFill>
                <a:effectLst/>
                <a:uLnTx/>
                <a:uFillTx/>
                <a:latin typeface="Calibri"/>
                <a:ea typeface="+mn-ea"/>
                <a:cs typeface="+mn-cs"/>
              </a:rPr>
              <a:t> de personal</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800" b="0" i="0" u="none" strike="noStrike" kern="1200" cap="none" spc="0" normalizeH="0" baseline="0" noProof="0" dirty="0">
              <a:ln>
                <a:noFill/>
              </a:ln>
              <a:solidFill>
                <a:prstClr val="black"/>
              </a:solidFill>
              <a:effectLst/>
              <a:uLnTx/>
              <a:uFillTx/>
              <a:latin typeface="Calibri"/>
              <a:ea typeface="+mn-ea"/>
              <a:cs typeface="+mn-cs"/>
            </a:endParaRPr>
          </a:p>
        </p:txBody>
      </p:sp>
      <p:sp>
        <p:nvSpPr>
          <p:cNvPr id="2" name="CuadroTexto 2">
            <a:extLst>
              <a:ext uri="{FF2B5EF4-FFF2-40B4-BE49-F238E27FC236}">
                <a16:creationId xmlns:a16="http://schemas.microsoft.com/office/drawing/2014/main" id="{3A9B96E2-63E1-446B-BBBA-4E2F2DB0ECBC}"/>
              </a:ext>
            </a:extLst>
          </p:cNvPr>
          <p:cNvSpPr txBox="1"/>
          <p:nvPr/>
        </p:nvSpPr>
        <p:spPr>
          <a:xfrm>
            <a:off x="4922807" y="494889"/>
            <a:ext cx="2580643"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E7E6E6">
                    <a:lumMod val="10000"/>
                  </a:srgbClr>
                </a:solidFill>
                <a:effectLst/>
                <a:uLnTx/>
                <a:uFillTx/>
                <a:latin typeface="Calibri"/>
                <a:ea typeface="+mn-ea"/>
                <a:cs typeface="+mn-cs"/>
              </a:rPr>
              <a:t>Casos de uso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E7E6E6">
                    <a:lumMod val="10000"/>
                  </a:srgbClr>
                </a:solidFill>
                <a:effectLst/>
                <a:uLnTx/>
                <a:uFillTx/>
                <a:latin typeface="Calibri"/>
                <a:ea typeface="+mn-ea"/>
                <a:cs typeface="+mn-cs"/>
              </a:rPr>
              <a:t>“</a:t>
            </a:r>
            <a:r>
              <a:rPr kumimoji="0" lang="es-ES" sz="2400" b="1" i="0" u="none" strike="noStrike" kern="1200" cap="none" spc="0" normalizeH="0" baseline="0" noProof="0" dirty="0" err="1">
                <a:ln>
                  <a:noFill/>
                </a:ln>
                <a:solidFill>
                  <a:srgbClr val="E7E6E6">
                    <a:lumMod val="10000"/>
                  </a:srgbClr>
                </a:solidFill>
                <a:effectLst/>
                <a:uLnTx/>
                <a:uFillTx/>
                <a:latin typeface="Calibri"/>
                <a:ea typeface="+mn-ea"/>
                <a:cs typeface="+mn-cs"/>
              </a:rPr>
              <a:t>Survival</a:t>
            </a:r>
            <a:r>
              <a:rPr kumimoji="0" lang="es-ES" sz="2400" b="1" i="0" u="none" strike="noStrike" kern="1200" cap="none" spc="0" normalizeH="0" baseline="0" noProof="0" dirty="0">
                <a:ln>
                  <a:noFill/>
                </a:ln>
                <a:solidFill>
                  <a:srgbClr val="E7E6E6">
                    <a:lumMod val="10000"/>
                  </a:srgbClr>
                </a:solidFill>
                <a:effectLst/>
                <a:uLnTx/>
                <a:uFillTx/>
                <a:latin typeface="Calibri"/>
                <a:ea typeface="+mn-ea"/>
                <a:cs typeface="+mn-cs"/>
              </a:rPr>
              <a:t> </a:t>
            </a:r>
            <a:r>
              <a:rPr kumimoji="0" lang="es-ES" sz="2400" b="1" i="0" u="none" strike="noStrike" kern="1200" cap="none" spc="0" normalizeH="0" baseline="0" noProof="0" dirty="0" err="1">
                <a:ln>
                  <a:noFill/>
                </a:ln>
                <a:solidFill>
                  <a:srgbClr val="E7E6E6">
                    <a:lumMod val="10000"/>
                  </a:srgbClr>
                </a:solidFill>
                <a:effectLst/>
                <a:uLnTx/>
                <a:uFillTx/>
                <a:latin typeface="Calibri"/>
                <a:ea typeface="+mn-ea"/>
                <a:cs typeface="+mn-cs"/>
              </a:rPr>
              <a:t>Analysis</a:t>
            </a:r>
            <a:r>
              <a:rPr kumimoji="0" lang="es-ES" sz="2400" b="1" i="0" u="none" strike="noStrike" kern="1200" cap="none" spc="0" normalizeH="0" baseline="0" noProof="0" dirty="0">
                <a:ln>
                  <a:noFill/>
                </a:ln>
                <a:solidFill>
                  <a:srgbClr val="E7E6E6">
                    <a:lumMod val="10000"/>
                  </a:srgbClr>
                </a:solidFill>
                <a:effectLst/>
                <a:uLnTx/>
                <a:uFillTx/>
                <a:latin typeface="Calibri"/>
                <a:ea typeface="+mn-ea"/>
                <a:cs typeface="+mn-cs"/>
              </a:rPr>
              <a:t>”</a:t>
            </a:r>
          </a:p>
        </p:txBody>
      </p:sp>
      <p:sp>
        <p:nvSpPr>
          <p:cNvPr id="4" name="Rectángulo 3">
            <a:extLst>
              <a:ext uri="{FF2B5EF4-FFF2-40B4-BE49-F238E27FC236}">
                <a16:creationId xmlns:a16="http://schemas.microsoft.com/office/drawing/2014/main" id="{3FB47559-A77A-4496-AE1B-37A9CFAC9EDC}"/>
              </a:ext>
            </a:extLst>
          </p:cNvPr>
          <p:cNvSpPr/>
          <p:nvPr/>
        </p:nvSpPr>
        <p:spPr>
          <a:xfrm>
            <a:off x="6933264" y="2492012"/>
            <a:ext cx="4547938"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black"/>
                </a:solidFill>
                <a:effectLst/>
                <a:uLnTx/>
                <a:uFillTx/>
                <a:latin typeface="Century Gothic" panose="020B0502020202020204" pitchFamily="34" charset="0"/>
                <a:ea typeface="Helvetica Neue"/>
                <a:cs typeface="Arial" panose="020B0604020202020204" pitchFamily="34" charset="0"/>
                <a:sym typeface="Helvetica Neue"/>
              </a:rPr>
              <a:t>¿Ciclo de vida del empleado?</a:t>
            </a:r>
            <a:endParaRPr kumimoji="0" lang="es-MX" sz="18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8" name="Rectángulo 7">
            <a:extLst>
              <a:ext uri="{FF2B5EF4-FFF2-40B4-BE49-F238E27FC236}">
                <a16:creationId xmlns:a16="http://schemas.microsoft.com/office/drawing/2014/main" id="{106FE165-2DBA-4D41-B44D-3DF4C9F3D99E}"/>
              </a:ext>
            </a:extLst>
          </p:cNvPr>
          <p:cNvSpPr/>
          <p:nvPr/>
        </p:nvSpPr>
        <p:spPr>
          <a:xfrm>
            <a:off x="6474242" y="1857082"/>
            <a:ext cx="105990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Calibri"/>
                <a:ea typeface="+mn-ea"/>
                <a:cs typeface="+mn-cs"/>
              </a:rPr>
              <a:t>Solución</a:t>
            </a:r>
            <a:r>
              <a:rPr kumimoji="0" lang="en-US" sz="1800" b="1" i="0" u="none" strike="noStrike" kern="1200" cap="none" spc="0" normalizeH="0" baseline="0" noProof="0" dirty="0">
                <a:ln>
                  <a:noFill/>
                </a:ln>
                <a:solidFill>
                  <a:prstClr val="black"/>
                </a:solidFill>
                <a:effectLst/>
                <a:uLnTx/>
                <a:uFillTx/>
                <a:latin typeface="Calibri"/>
                <a:ea typeface="+mn-ea"/>
                <a:cs typeface="+mn-cs"/>
              </a:rPr>
              <a:t>:</a:t>
            </a:r>
          </a:p>
        </p:txBody>
      </p:sp>
      <p:pic>
        <p:nvPicPr>
          <p:cNvPr id="5" name="Imagen 4">
            <a:extLst>
              <a:ext uri="{FF2B5EF4-FFF2-40B4-BE49-F238E27FC236}">
                <a16:creationId xmlns:a16="http://schemas.microsoft.com/office/drawing/2014/main" id="{99F62CC9-09FE-4FFB-9635-928B90AE6B55}"/>
              </a:ext>
            </a:extLst>
          </p:cNvPr>
          <p:cNvPicPr>
            <a:picLocks noChangeAspect="1"/>
          </p:cNvPicPr>
          <p:nvPr/>
        </p:nvPicPr>
        <p:blipFill>
          <a:blip r:embed="rId3"/>
          <a:stretch>
            <a:fillRect/>
          </a:stretch>
        </p:blipFill>
        <p:spPr>
          <a:xfrm>
            <a:off x="7203558" y="3021287"/>
            <a:ext cx="4772707" cy="3181805"/>
          </a:xfrm>
          <a:prstGeom prst="rect">
            <a:avLst/>
          </a:prstGeom>
        </p:spPr>
      </p:pic>
      <p:sp>
        <p:nvSpPr>
          <p:cNvPr id="9" name="CuadroTexto 8">
            <a:extLst>
              <a:ext uri="{FF2B5EF4-FFF2-40B4-BE49-F238E27FC236}">
                <a16:creationId xmlns:a16="http://schemas.microsoft.com/office/drawing/2014/main" id="{0ECDA9DA-5E4E-4A6B-8F00-368E11E47753}"/>
              </a:ext>
            </a:extLst>
          </p:cNvPr>
          <p:cNvSpPr txBox="1"/>
          <p:nvPr/>
        </p:nvSpPr>
        <p:spPr>
          <a:xfrm>
            <a:off x="8016856" y="1417821"/>
            <a:ext cx="4067460" cy="10156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S(t) = P(T&gt;t)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S, probabilidad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P, es el tiempo hasta no continuar más el empleado laborando</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0" i="0" u="none" strike="noStrike" kern="1200" cap="none" spc="0" normalizeH="0" baseline="0" noProof="0" dirty="0">
                <a:ln>
                  <a:noFill/>
                </a:ln>
                <a:solidFill>
                  <a:prstClr val="black"/>
                </a:solidFill>
                <a:effectLst/>
                <a:uLnTx/>
                <a:uFillTx/>
                <a:latin typeface="Calibri"/>
                <a:ea typeface="+mn-ea"/>
                <a:cs typeface="+mn-cs"/>
              </a:rPr>
              <a:t>T, es después de algún punto de tiempo, 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0" name="Rectángulo 9">
            <a:extLst>
              <a:ext uri="{FF2B5EF4-FFF2-40B4-BE49-F238E27FC236}">
                <a16:creationId xmlns:a16="http://schemas.microsoft.com/office/drawing/2014/main" id="{8E6CA0C5-4999-418A-91F2-2C7DAD65115D}"/>
              </a:ext>
            </a:extLst>
          </p:cNvPr>
          <p:cNvSpPr/>
          <p:nvPr/>
        </p:nvSpPr>
        <p:spPr>
          <a:xfrm>
            <a:off x="6873965" y="3787304"/>
            <a:ext cx="99257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MX" sz="1200" b="1" i="0" u="none" strike="noStrike" kern="1200" cap="none" spc="0" normalizeH="0" baseline="0" noProof="0" dirty="0">
                <a:ln>
                  <a:noFill/>
                </a:ln>
                <a:solidFill>
                  <a:prstClr val="black"/>
                </a:solidFill>
                <a:effectLst/>
                <a:uLnTx/>
                <a:uFillTx/>
                <a:latin typeface="Calibri"/>
                <a:ea typeface="+mn-ea"/>
                <a:cs typeface="+mn-cs"/>
              </a:rPr>
              <a:t>S(t) </a:t>
            </a:r>
          </a:p>
        </p:txBody>
      </p:sp>
      <p:sp>
        <p:nvSpPr>
          <p:cNvPr id="11" name="Marcador de contenido 8">
            <a:extLst>
              <a:ext uri="{FF2B5EF4-FFF2-40B4-BE49-F238E27FC236}">
                <a16:creationId xmlns:a16="http://schemas.microsoft.com/office/drawing/2014/main" id="{4530E363-CEFF-4775-B807-E5FA977DF013}"/>
              </a:ext>
            </a:extLst>
          </p:cNvPr>
          <p:cNvSpPr txBox="1">
            <a:spLocks/>
          </p:cNvSpPr>
          <p:nvPr/>
        </p:nvSpPr>
        <p:spPr>
          <a:xfrm>
            <a:off x="580137" y="4784675"/>
            <a:ext cx="5040683" cy="1192167"/>
          </a:xfrm>
          <a:prstGeom prst="rect">
            <a:avLst/>
          </a:prstGeom>
        </p:spPr>
        <p:txBody>
          <a:bodyPr vert="horz" lIns="182843" tIns="91422" rIns="182843" bIns="91422" rtlCol="0">
            <a:normAutofit/>
          </a:bodyPr>
          <a:lstStyle>
            <a:lvl1pPr marL="457109" indent="-457109" algn="l" defTabSz="1828434" rtl="0" eaLnBrk="1" latinLnBrk="0" hangingPunct="1">
              <a:lnSpc>
                <a:spcPct val="90000"/>
              </a:lnSpc>
              <a:spcBef>
                <a:spcPts val="2000"/>
              </a:spcBef>
              <a:buFont typeface="Arial" panose="020B0604020202020204" pitchFamily="34" charset="0"/>
              <a:buChar char="•"/>
              <a:defRPr lang="en-US" sz="4800" kern="1200" dirty="0" smtClean="0">
                <a:solidFill>
                  <a:schemeClr val="tx1"/>
                </a:solidFill>
                <a:effectLst/>
                <a:latin typeface="Roboto Regular"/>
                <a:ea typeface="+mn-ea"/>
                <a:cs typeface="Roboto Regular"/>
              </a:defRPr>
            </a:lvl1pPr>
            <a:lvl2pPr marL="1371326" indent="-457109" algn="l" defTabSz="1828434" rtl="0" eaLnBrk="1" latinLnBrk="0" hangingPunct="1">
              <a:lnSpc>
                <a:spcPct val="90000"/>
              </a:lnSpc>
              <a:spcBef>
                <a:spcPts val="1000"/>
              </a:spcBef>
              <a:buFont typeface="Arial" panose="020B0604020202020204" pitchFamily="34" charset="0"/>
              <a:buChar char="•"/>
              <a:defRPr lang="en-US" sz="4000" kern="1200" dirty="0" smtClean="0">
                <a:solidFill>
                  <a:schemeClr val="tx1"/>
                </a:solidFill>
                <a:effectLst/>
                <a:latin typeface="Roboto Regular"/>
                <a:ea typeface="+mn-ea"/>
                <a:cs typeface="Roboto Regular"/>
              </a:defRPr>
            </a:lvl2pPr>
            <a:lvl3pPr marL="2285543" indent="-457109" algn="l" defTabSz="1828434" rtl="0" eaLnBrk="1" latinLnBrk="0" hangingPunct="1">
              <a:lnSpc>
                <a:spcPct val="90000"/>
              </a:lnSpc>
              <a:spcBef>
                <a:spcPts val="1000"/>
              </a:spcBef>
              <a:buFont typeface="Arial" panose="020B0604020202020204" pitchFamily="34" charset="0"/>
              <a:buChar char="•"/>
              <a:defRPr lang="en-US" sz="3600" kern="1200" dirty="0" smtClean="0">
                <a:solidFill>
                  <a:schemeClr val="tx1"/>
                </a:solidFill>
                <a:effectLst/>
                <a:latin typeface="Roboto Regular"/>
                <a:ea typeface="+mn-ea"/>
                <a:cs typeface="Roboto Regular"/>
              </a:defRPr>
            </a:lvl3pPr>
            <a:lvl4pPr marL="3199760" indent="-457109" algn="l" defTabSz="1828434" rtl="0" eaLnBrk="1" latinLnBrk="0" hangingPunct="1">
              <a:lnSpc>
                <a:spcPct val="90000"/>
              </a:lnSpc>
              <a:spcBef>
                <a:spcPts val="1000"/>
              </a:spcBef>
              <a:buFont typeface="Arial" panose="020B0604020202020204" pitchFamily="34" charset="0"/>
              <a:buChar char="•"/>
              <a:defRPr lang="en-US" sz="3200" kern="1200" dirty="0" smtClean="0">
                <a:solidFill>
                  <a:schemeClr val="tx1"/>
                </a:solidFill>
                <a:effectLst/>
                <a:latin typeface="Roboto Regular"/>
                <a:ea typeface="+mn-ea"/>
                <a:cs typeface="Roboto Regular"/>
              </a:defRPr>
            </a:lvl4pPr>
            <a:lvl5pPr marL="4113977" indent="-457109" algn="l" defTabSz="1828434" rtl="0" eaLnBrk="1" latinLnBrk="0" hangingPunct="1">
              <a:lnSpc>
                <a:spcPct val="90000"/>
              </a:lnSpc>
              <a:spcBef>
                <a:spcPts val="1000"/>
              </a:spcBef>
              <a:buFont typeface="Arial" panose="020B0604020202020204" pitchFamily="34" charset="0"/>
              <a:buChar char="•"/>
              <a:defRPr lang="en-US" sz="3200" kern="1200" dirty="0">
                <a:solidFill>
                  <a:schemeClr val="tx1"/>
                </a:solidFill>
                <a:effectLst/>
                <a:latin typeface="Roboto Regular"/>
                <a:ea typeface="+mn-ea"/>
                <a:cs typeface="Roboto Regular"/>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marR="0" lvl="0" indent="0" algn="l" defTabSz="1828434" rtl="0" eaLnBrk="1" fontAlgn="auto" latinLnBrk="0" hangingPunct="1">
              <a:lnSpc>
                <a:spcPct val="110000"/>
              </a:lnSpc>
              <a:spcBef>
                <a:spcPts val="2000"/>
              </a:spcBef>
              <a:spcAft>
                <a:spcPts val="0"/>
              </a:spcAft>
              <a:buClrTx/>
              <a:buSzTx/>
              <a:buFont typeface="Arial" panose="020B0604020202020204" pitchFamily="34" charset="0"/>
              <a:buNone/>
              <a:tabLst/>
              <a:defRPr/>
            </a:pPr>
            <a:r>
              <a:rPr kumimoji="0" lang="es-MX" sz="1000" b="1"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5.37 años la media de Ciclo de vida </a:t>
            </a:r>
            <a:r>
              <a:rPr kumimoji="0" lang="es-MX" sz="10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de un empleado operativo</a:t>
            </a:r>
          </a:p>
          <a:p>
            <a:pPr marL="0" marR="0" lvl="0" indent="0" algn="l" defTabSz="1828434" rtl="0" eaLnBrk="1" fontAlgn="auto" latinLnBrk="0" hangingPunct="1">
              <a:lnSpc>
                <a:spcPct val="110000"/>
              </a:lnSpc>
              <a:spcBef>
                <a:spcPts val="2000"/>
              </a:spcBef>
              <a:spcAft>
                <a:spcPts val="0"/>
              </a:spcAft>
              <a:buClrTx/>
              <a:buSzTx/>
              <a:buFont typeface="Arial" panose="020B0604020202020204" pitchFamily="34" charset="0"/>
              <a:buNone/>
              <a:tabLst/>
              <a:defRPr/>
            </a:pPr>
            <a:r>
              <a:rPr kumimoji="0" lang="es-MX" sz="10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a:t>
            </a:r>
            <a:r>
              <a:rPr kumimoji="0" lang="es-MX" sz="1000" b="1"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75% </a:t>
            </a:r>
            <a:r>
              <a:rPr kumimoji="0" lang="es-MX" sz="10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de</a:t>
            </a:r>
            <a:r>
              <a:rPr kumimoji="0" lang="es-MX" sz="1000" b="1"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 supervivencia laboral </a:t>
            </a:r>
            <a:r>
              <a:rPr kumimoji="0" lang="es-MX" sz="1000" b="0"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a los </a:t>
            </a:r>
            <a:r>
              <a:rPr kumimoji="0" lang="es-MX" sz="1000" b="1"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2 años de antigüedad</a:t>
            </a:r>
          </a:p>
          <a:p>
            <a:pPr marL="0" marR="0" lvl="0" indent="0" algn="l" defTabSz="1828434" rtl="0" eaLnBrk="1" fontAlgn="auto" latinLnBrk="0" hangingPunct="1">
              <a:lnSpc>
                <a:spcPct val="110000"/>
              </a:lnSpc>
              <a:spcBef>
                <a:spcPts val="2000"/>
              </a:spcBef>
              <a:spcAft>
                <a:spcPts val="0"/>
              </a:spcAft>
              <a:buClrTx/>
              <a:buSzTx/>
              <a:buFont typeface="Arial" panose="020B0604020202020204" pitchFamily="34" charset="0"/>
              <a:buNone/>
              <a:tabLst/>
              <a:defRPr/>
            </a:pPr>
            <a:r>
              <a:rPr kumimoji="0" lang="es-MX" sz="1000" b="1" i="0" u="none" strike="noStrike" kern="1200" cap="none" spc="0" normalizeH="0" baseline="0" noProof="0" dirty="0">
                <a:ln>
                  <a:noFill/>
                </a:ln>
                <a:solidFill>
                  <a:srgbClr val="E7E6E6">
                    <a:lumMod val="10000"/>
                  </a:srgbClr>
                </a:solidFill>
                <a:effectLst/>
                <a:uLnTx/>
                <a:uFillTx/>
                <a:latin typeface="Century Gothic" panose="020B0502020202020204" pitchFamily="34" charset="0"/>
                <a:ea typeface="+mn-ea"/>
                <a:cs typeface="Calibri" panose="020F0502020204030204" pitchFamily="34" charset="0"/>
              </a:rPr>
              <a:t>-Tasa de riesgo más alta en los primeros 3 años</a:t>
            </a:r>
          </a:p>
        </p:txBody>
      </p:sp>
    </p:spTree>
    <p:extLst>
      <p:ext uri="{BB962C8B-B14F-4D97-AF65-F5344CB8AC3E}">
        <p14:creationId xmlns:p14="http://schemas.microsoft.com/office/powerpoint/2010/main" val="310858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79AB2E0A-A8B4-4511-91D3-BFFAAE41ABC2}"/>
              </a:ext>
            </a:extLst>
          </p:cNvPr>
          <p:cNvPicPr>
            <a:picLocks noChangeAspect="1"/>
          </p:cNvPicPr>
          <p:nvPr/>
        </p:nvPicPr>
        <p:blipFill>
          <a:blip r:embed="rId2"/>
          <a:stretch>
            <a:fillRect/>
          </a:stretch>
        </p:blipFill>
        <p:spPr>
          <a:xfrm>
            <a:off x="716024" y="1415541"/>
            <a:ext cx="6345175" cy="4230117"/>
          </a:xfrm>
          <a:prstGeom prst="rect">
            <a:avLst/>
          </a:prstGeom>
        </p:spPr>
      </p:pic>
      <p:sp>
        <p:nvSpPr>
          <p:cNvPr id="3" name="CuadroTexto 2">
            <a:extLst>
              <a:ext uri="{FF2B5EF4-FFF2-40B4-BE49-F238E27FC236}">
                <a16:creationId xmlns:a16="http://schemas.microsoft.com/office/drawing/2014/main" id="{F46B04AE-F13E-4408-AA02-2ABBCD4F8DD8}"/>
              </a:ext>
            </a:extLst>
          </p:cNvPr>
          <p:cNvSpPr txBox="1"/>
          <p:nvPr/>
        </p:nvSpPr>
        <p:spPr>
          <a:xfrm>
            <a:off x="2022310" y="5858825"/>
            <a:ext cx="1476686" cy="646331"/>
          </a:xfrm>
          <a:prstGeom prst="rect">
            <a:avLst/>
          </a:prstGeom>
          <a:noFill/>
        </p:spPr>
        <p:txBody>
          <a:bodyPr wrap="none" rtlCol="0">
            <a:spAutoFit/>
          </a:bodyPr>
          <a:lstStyle/>
          <a:p>
            <a:r>
              <a:rPr lang="es-ES" sz="1200" dirty="0">
                <a:solidFill>
                  <a:srgbClr val="91969B"/>
                </a:solidFill>
                <a:latin typeface="Lato Light"/>
              </a:rPr>
              <a:t>A- Personal activo</a:t>
            </a:r>
          </a:p>
          <a:p>
            <a:r>
              <a:rPr lang="es-ES" sz="1200" dirty="0">
                <a:solidFill>
                  <a:srgbClr val="91969B"/>
                </a:solidFill>
                <a:latin typeface="Lato Light"/>
              </a:rPr>
              <a:t>I – Baja inducida </a:t>
            </a:r>
          </a:p>
          <a:p>
            <a:r>
              <a:rPr lang="es-ES" sz="1200" dirty="0">
                <a:solidFill>
                  <a:srgbClr val="91969B"/>
                </a:solidFill>
                <a:latin typeface="Lato Light"/>
              </a:rPr>
              <a:t>V – Baja voluntaria </a:t>
            </a:r>
            <a:endParaRPr lang="es-MX" sz="1200" dirty="0">
              <a:solidFill>
                <a:srgbClr val="91969B"/>
              </a:solidFill>
              <a:latin typeface="Lato Light"/>
            </a:endParaRPr>
          </a:p>
        </p:txBody>
      </p:sp>
      <p:sp>
        <p:nvSpPr>
          <p:cNvPr id="4" name="CuadroTexto 3">
            <a:extLst>
              <a:ext uri="{FF2B5EF4-FFF2-40B4-BE49-F238E27FC236}">
                <a16:creationId xmlns:a16="http://schemas.microsoft.com/office/drawing/2014/main" id="{FF2A62E7-724F-4694-9E47-7D52C748A2F9}"/>
              </a:ext>
            </a:extLst>
          </p:cNvPr>
          <p:cNvSpPr txBox="1"/>
          <p:nvPr/>
        </p:nvSpPr>
        <p:spPr>
          <a:xfrm>
            <a:off x="7268087" y="2815418"/>
            <a:ext cx="3982684" cy="2246769"/>
          </a:xfrm>
          <a:prstGeom prst="rect">
            <a:avLst/>
          </a:prstGeom>
          <a:noFill/>
        </p:spPr>
        <p:txBody>
          <a:bodyPr wrap="square" rtlCol="0">
            <a:spAutoFit/>
          </a:bodyPr>
          <a:lstStyle/>
          <a:p>
            <a:pPr algn="ctr"/>
            <a:endParaRPr lang="es-MX" sz="2000" b="1" dirty="0">
              <a:solidFill>
                <a:schemeClr val="bg1">
                  <a:lumMod val="50000"/>
                </a:schemeClr>
              </a:solidFill>
            </a:endParaRPr>
          </a:p>
          <a:p>
            <a:pPr algn="ctr"/>
            <a:endParaRPr lang="es-MX" sz="2000" b="1" dirty="0">
              <a:solidFill>
                <a:schemeClr val="bg1">
                  <a:lumMod val="50000"/>
                </a:schemeClr>
              </a:solidFill>
            </a:endParaRPr>
          </a:p>
          <a:p>
            <a:pPr algn="ctr"/>
            <a:r>
              <a:rPr lang="es-MX" sz="2000" b="1" dirty="0">
                <a:solidFill>
                  <a:schemeClr val="bg1">
                    <a:lumMod val="50000"/>
                  </a:schemeClr>
                </a:solidFill>
              </a:rPr>
              <a:t>Hay un riesgo del 75% de supervivencia al 1er mes.</a:t>
            </a:r>
          </a:p>
          <a:p>
            <a:pPr algn="ctr"/>
            <a:endParaRPr lang="es-MX" sz="2000" b="1" dirty="0">
              <a:solidFill>
                <a:schemeClr val="bg1">
                  <a:lumMod val="50000"/>
                </a:schemeClr>
              </a:solidFill>
            </a:endParaRPr>
          </a:p>
          <a:p>
            <a:pPr algn="ctr"/>
            <a:r>
              <a:rPr lang="es-MX" sz="2000" b="1" dirty="0">
                <a:solidFill>
                  <a:schemeClr val="bg1">
                    <a:lumMod val="50000"/>
                  </a:schemeClr>
                </a:solidFill>
              </a:rPr>
              <a:t>Hay un riesgo de supervivencia de 66% a los 5 meses. </a:t>
            </a:r>
          </a:p>
        </p:txBody>
      </p:sp>
    </p:spTree>
    <p:extLst>
      <p:ext uri="{BB962C8B-B14F-4D97-AF65-F5344CB8AC3E}">
        <p14:creationId xmlns:p14="http://schemas.microsoft.com/office/powerpoint/2010/main" val="2868418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6"/>
        <p:cNvGrpSpPr/>
        <p:nvPr/>
      </p:nvGrpSpPr>
      <p:grpSpPr>
        <a:xfrm>
          <a:off x="0" y="0"/>
          <a:ext cx="0" cy="0"/>
          <a:chOff x="0" y="0"/>
          <a:chExt cx="0" cy="0"/>
        </a:xfrm>
      </p:grpSpPr>
      <p:sp>
        <p:nvSpPr>
          <p:cNvPr id="848" name="Google Shape;848;p83"/>
          <p:cNvSpPr txBox="1"/>
          <p:nvPr/>
        </p:nvSpPr>
        <p:spPr>
          <a:xfrm>
            <a:off x="7170622" y="2036385"/>
            <a:ext cx="4272787" cy="933603"/>
          </a:xfrm>
          <a:prstGeom prst="rect">
            <a:avLst/>
          </a:prstGeom>
          <a:noFill/>
          <a:ln>
            <a:noFill/>
          </a:ln>
        </p:spPr>
        <p:txBody>
          <a:bodyPr spcFirstLastPara="1" wrap="square" lIns="91425" tIns="45700" rIns="91425" bIns="45700" anchor="t" anchorCtr="0">
            <a:spAutoFit/>
          </a:bodyPr>
          <a:lstStyle/>
          <a:p>
            <a:pPr algn="r">
              <a:buClr>
                <a:srgbClr val="000000"/>
              </a:buClr>
            </a:pPr>
            <a:r>
              <a:rPr lang="it-IT" sz="5500" b="1" kern="0">
                <a:solidFill>
                  <a:srgbClr val="FFFFFF"/>
                </a:solidFill>
                <a:latin typeface="Arial"/>
                <a:ea typeface="Arial"/>
                <a:cs typeface="Arial"/>
                <a:sym typeface="Arial"/>
              </a:rPr>
              <a:t>¡ GRACIAS !</a:t>
            </a:r>
            <a:endParaRPr sz="5500" b="1" kern="0">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4101</TotalTime>
  <Words>881</Words>
  <Application>Microsoft Office PowerPoint</Application>
  <PresentationFormat>Panorámica</PresentationFormat>
  <Paragraphs>102</Paragraphs>
  <Slides>12</Slides>
  <Notes>5</Notes>
  <HiddenSlides>2</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12</vt:i4>
      </vt:variant>
    </vt:vector>
  </HeadingPairs>
  <TitlesOfParts>
    <vt:vector size="23" baseType="lpstr">
      <vt:lpstr>Arial</vt:lpstr>
      <vt:lpstr>Arial Black</vt:lpstr>
      <vt:lpstr>Calibri</vt:lpstr>
      <vt:lpstr>Calibri Light</vt:lpstr>
      <vt:lpstr>Century Gothic</vt:lpstr>
      <vt:lpstr>Lato Light</vt:lpstr>
      <vt:lpstr>Noto Sans Symbols</vt:lpstr>
      <vt:lpstr>Roboto Light</vt:lpstr>
      <vt:lpstr>Verdana</vt:lpstr>
      <vt:lpstr>Tema de Office</vt:lpstr>
      <vt:lpstr>2_Tema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JBGV</dc:creator>
  <cp:lastModifiedBy>Juan Baldemar Garza Villegas</cp:lastModifiedBy>
  <cp:revision>365</cp:revision>
  <cp:lastPrinted>2020-10-05T21:27:12Z</cp:lastPrinted>
  <dcterms:created xsi:type="dcterms:W3CDTF">2020-01-22T17:21:41Z</dcterms:created>
  <dcterms:modified xsi:type="dcterms:W3CDTF">2025-11-12T00:08:23Z</dcterms:modified>
</cp:coreProperties>
</file>